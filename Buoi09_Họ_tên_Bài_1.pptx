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4" r:id="rId5"/>
    <p:sldMasterId id="2147483662" r:id="rId6"/>
  </p:sldMasterIdLst>
  <p:notesMasterIdLst>
    <p:notesMasterId r:id="rId15"/>
  </p:notesMasterIdLst>
  <p:sldIdLst>
    <p:sldId id="256" r:id="rId7"/>
    <p:sldId id="257" r:id="rId8"/>
    <p:sldId id="259" r:id="rId9"/>
    <p:sldId id="260" r:id="rId10"/>
    <p:sldId id="261" r:id="rId11"/>
    <p:sldId id="264" r:id="rId12"/>
    <p:sldId id="262" r:id="rId13"/>
    <p:sldId id="26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3D48A6-F0A1-46AE-B754-BB1B7DBC3BD1}" type="datetimeFigureOut">
              <a:rPr lang="en-US" smtClean="0"/>
              <a:t>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018A41-87F3-4A1C-9A7A-B1D4CEE1CBF5}" type="slidenum">
              <a:rPr lang="en-US" smtClean="0"/>
              <a:t>‹#›</a:t>
            </a:fld>
            <a:endParaRPr lang="en-US"/>
          </a:p>
        </p:txBody>
      </p:sp>
    </p:spTree>
    <p:extLst>
      <p:ext uri="{BB962C8B-B14F-4D97-AF65-F5344CB8AC3E}">
        <p14:creationId xmlns:p14="http://schemas.microsoft.com/office/powerpoint/2010/main" val="1027607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93EC2-EDA6-418F-7BB8-428FD1FB74E0}"/>
              </a:ext>
            </a:extLst>
          </p:cNvPr>
          <p:cNvSpPr>
            <a:spLocks noGrp="1"/>
          </p:cNvSpPr>
          <p:nvPr>
            <p:ph type="ctrTitle"/>
          </p:nvPr>
        </p:nvSpPr>
        <p:spPr>
          <a:xfrm>
            <a:off x="1524000" y="1122363"/>
            <a:ext cx="9144000" cy="2387600"/>
          </a:xfrm>
        </p:spPr>
        <p:txBody>
          <a:bodyPr anchor="b"/>
          <a:lstStyle>
            <a:lvl1pPr algn="ctr">
              <a:defRPr sz="5000" b="1">
                <a:solidFill>
                  <a:srgbClr val="996633"/>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C567318C-7521-D6D7-7EDF-F9E9111EAD60}"/>
              </a:ext>
            </a:extLst>
          </p:cNvPr>
          <p:cNvSpPr>
            <a:spLocks noGrp="1"/>
          </p:cNvSpPr>
          <p:nvPr>
            <p:ph type="subTitle" idx="1"/>
          </p:nvPr>
        </p:nvSpPr>
        <p:spPr>
          <a:xfrm>
            <a:off x="1524000" y="3602038"/>
            <a:ext cx="9144000" cy="1655762"/>
          </a:xfrm>
        </p:spPr>
        <p:txBody>
          <a:bodyPr/>
          <a:lstStyle>
            <a:lvl1pPr marL="0" indent="0" algn="ctr">
              <a:buNone/>
              <a:defRPr sz="3200" b="1">
                <a:solidFill>
                  <a:schemeClr val="tx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DF8E266-0D20-4869-4641-913F79E2C84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BE06415-301E-4CD6-2B5C-C4A177DF94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308415-804F-F43C-5F49-3CD37F2BA838}"/>
              </a:ext>
            </a:extLst>
          </p:cNvPr>
          <p:cNvSpPr>
            <a:spLocks noGrp="1"/>
          </p:cNvSpPr>
          <p:nvPr>
            <p:ph type="sldNum" sz="quarter" idx="12"/>
          </p:nvPr>
        </p:nvSpPr>
        <p:spPr/>
        <p:txBody>
          <a:bodyPr/>
          <a:lstStyle/>
          <a:p>
            <a:fld id="{F9166000-FD29-46C0-B65D-5C43D216176F}" type="slidenum">
              <a:rPr lang="en-US" smtClean="0"/>
              <a:t>‹#›</a:t>
            </a:fld>
            <a:endParaRPr lang="en-US"/>
          </a:p>
        </p:txBody>
      </p:sp>
    </p:spTree>
    <p:extLst>
      <p:ext uri="{BB962C8B-B14F-4D97-AF65-F5344CB8AC3E}">
        <p14:creationId xmlns:p14="http://schemas.microsoft.com/office/powerpoint/2010/main" val="901206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051F8-AF9A-A0A9-C2CD-F66A513EB9C0}"/>
              </a:ext>
            </a:extLst>
          </p:cNvPr>
          <p:cNvSpPr>
            <a:spLocks noGrp="1"/>
          </p:cNvSpPr>
          <p:nvPr>
            <p:ph type="title"/>
          </p:nvPr>
        </p:nvSpPr>
        <p:spPr/>
        <p:txBody>
          <a:bodyPr/>
          <a:lstStyle>
            <a:lvl1pPr>
              <a:defRPr sz="4000" b="1">
                <a:solidFill>
                  <a:srgbClr val="996633"/>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B3B1120E-0C12-CEC2-12BD-D13F8E9D8FE0}"/>
              </a:ext>
            </a:extLst>
          </p:cNvPr>
          <p:cNvSpPr>
            <a:spLocks noGrp="1"/>
          </p:cNvSpPr>
          <p:nvPr>
            <p:ph idx="1"/>
          </p:nvPr>
        </p:nvSpPr>
        <p:spPr/>
        <p:txBody>
          <a:bodyPr/>
          <a:lstStyle>
            <a:lvl1pPr>
              <a:defRPr sz="3200">
                <a:solidFill>
                  <a:schemeClr val="tx1"/>
                </a:solidFill>
                <a:latin typeface="Times New Roman" panose="02020603050405020304" pitchFamily="18" charset="0"/>
                <a:cs typeface="Times New Roman" panose="02020603050405020304" pitchFamily="18" charset="0"/>
              </a:defRPr>
            </a:lvl1pPr>
            <a:lvl2pPr>
              <a:buFont typeface="Times New Roman" panose="02020603050405020304" pitchFamily="18" charset="0"/>
              <a:buChar char="-"/>
              <a:defRPr sz="2800">
                <a:solidFill>
                  <a:schemeClr val="tx1"/>
                </a:solidFill>
                <a:latin typeface="Times New Roman" panose="02020603050405020304" pitchFamily="18" charset="0"/>
                <a:cs typeface="Times New Roman" panose="02020603050405020304" pitchFamily="18" charset="0"/>
              </a:defRPr>
            </a:lvl2pPr>
            <a:lvl3pPr>
              <a:buFont typeface="Times New Roman" panose="02020603050405020304" pitchFamily="18" charset="0"/>
              <a:buChar char="+"/>
              <a:defRPr sz="2400">
                <a:solidFill>
                  <a:schemeClr val="tx1"/>
                </a:solidFill>
                <a:latin typeface="Times New Roman" panose="02020603050405020304" pitchFamily="18" charset="0"/>
                <a:cs typeface="Times New Roman" panose="02020603050405020304" pitchFamily="18" charset="0"/>
              </a:defRPr>
            </a:lvl3pPr>
            <a:lvl4pPr>
              <a:buClr>
                <a:schemeClr val="tx1"/>
              </a:buClr>
              <a:buFont typeface="Wingdings" panose="05000000000000000000" pitchFamily="2" charset="2"/>
              <a:buChar char="§"/>
              <a:defRPr sz="2200">
                <a:solidFill>
                  <a:schemeClr val="tx1"/>
                </a:solidFill>
                <a:latin typeface="Times New Roman" panose="02020603050405020304" pitchFamily="18" charset="0"/>
                <a:cs typeface="Times New Roman" panose="02020603050405020304" pitchFamily="18" charset="0"/>
              </a:defRPr>
            </a:lvl4pPr>
            <a:lvl5pPr>
              <a:buFont typeface="Wingdings" panose="05000000000000000000" pitchFamily="2" charset="2"/>
              <a:buChar char="ü"/>
              <a:defRPr sz="2000">
                <a:solidFill>
                  <a:schemeClr val="tx1"/>
                </a:solidFill>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034ECB3-8D36-CAF4-E7F9-551DDF458F5F}"/>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4A8C976-D2BB-E15B-0D42-F613DAF5B2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3FAB76-BEE0-2CC2-87B6-7DFE475A8954}"/>
              </a:ext>
            </a:extLst>
          </p:cNvPr>
          <p:cNvSpPr>
            <a:spLocks noGrp="1"/>
          </p:cNvSpPr>
          <p:nvPr>
            <p:ph type="sldNum" sz="quarter" idx="12"/>
          </p:nvPr>
        </p:nvSpPr>
        <p:spPr/>
        <p:txBody>
          <a:bodyPr/>
          <a:lstStyle/>
          <a:p>
            <a:fld id="{F9166000-FD29-46C0-B65D-5C43D216176F}" type="slidenum">
              <a:rPr lang="en-US" smtClean="0"/>
              <a:t>‹#›</a:t>
            </a:fld>
            <a:endParaRPr lang="en-US"/>
          </a:p>
        </p:txBody>
      </p:sp>
    </p:spTree>
    <p:extLst>
      <p:ext uri="{BB962C8B-B14F-4D97-AF65-F5344CB8AC3E}">
        <p14:creationId xmlns:p14="http://schemas.microsoft.com/office/powerpoint/2010/main" val="3803943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051F8-AF9A-A0A9-C2CD-F66A513EB9C0}"/>
              </a:ext>
            </a:extLst>
          </p:cNvPr>
          <p:cNvSpPr>
            <a:spLocks noGrp="1"/>
          </p:cNvSpPr>
          <p:nvPr>
            <p:ph type="title"/>
          </p:nvPr>
        </p:nvSpPr>
        <p:spPr/>
        <p:txBody>
          <a:bodyPr/>
          <a:lstStyle>
            <a:lvl1pPr>
              <a:defRPr sz="4000" b="1">
                <a:solidFill>
                  <a:srgbClr val="996633"/>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B3B1120E-0C12-CEC2-12BD-D13F8E9D8FE0}"/>
              </a:ext>
            </a:extLst>
          </p:cNvPr>
          <p:cNvSpPr>
            <a:spLocks noGrp="1"/>
          </p:cNvSpPr>
          <p:nvPr>
            <p:ph idx="1"/>
          </p:nvPr>
        </p:nvSpPr>
        <p:spPr/>
        <p:txBody>
          <a:bodyPr/>
          <a:lstStyle>
            <a:lvl1pPr>
              <a:defRPr sz="3200">
                <a:solidFill>
                  <a:schemeClr val="tx1"/>
                </a:solidFill>
                <a:latin typeface="Times New Roman" panose="02020603050405020304" pitchFamily="18" charset="0"/>
                <a:cs typeface="Times New Roman" panose="02020603050405020304" pitchFamily="18" charset="0"/>
              </a:defRPr>
            </a:lvl1pPr>
            <a:lvl2pPr>
              <a:buFont typeface="Times New Roman" panose="02020603050405020304" pitchFamily="18" charset="0"/>
              <a:buChar char="-"/>
              <a:defRPr sz="2800">
                <a:solidFill>
                  <a:schemeClr val="tx1"/>
                </a:solidFill>
                <a:latin typeface="Times New Roman" panose="02020603050405020304" pitchFamily="18" charset="0"/>
                <a:cs typeface="Times New Roman" panose="02020603050405020304" pitchFamily="18" charset="0"/>
              </a:defRPr>
            </a:lvl2pPr>
            <a:lvl3pPr>
              <a:buFont typeface="Times New Roman" panose="02020603050405020304" pitchFamily="18" charset="0"/>
              <a:buChar char="+"/>
              <a:defRPr sz="2400">
                <a:solidFill>
                  <a:schemeClr val="tx1"/>
                </a:solidFill>
                <a:latin typeface="Times New Roman" panose="02020603050405020304" pitchFamily="18" charset="0"/>
                <a:cs typeface="Times New Roman" panose="02020603050405020304" pitchFamily="18" charset="0"/>
              </a:defRPr>
            </a:lvl3pPr>
            <a:lvl4pPr>
              <a:buClr>
                <a:schemeClr val="tx1"/>
              </a:buClr>
              <a:buFont typeface="Wingdings" panose="05000000000000000000" pitchFamily="2" charset="2"/>
              <a:buChar char="§"/>
              <a:defRPr sz="2200">
                <a:solidFill>
                  <a:schemeClr val="tx1"/>
                </a:solidFill>
                <a:latin typeface="Times New Roman" panose="02020603050405020304" pitchFamily="18" charset="0"/>
                <a:cs typeface="Times New Roman" panose="02020603050405020304" pitchFamily="18" charset="0"/>
              </a:defRPr>
            </a:lvl4pPr>
            <a:lvl5pPr>
              <a:buFont typeface="Wingdings" panose="05000000000000000000" pitchFamily="2" charset="2"/>
              <a:buChar char="ü"/>
              <a:defRPr sz="2000">
                <a:solidFill>
                  <a:schemeClr val="tx1"/>
                </a:solidFill>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034ECB3-8D36-CAF4-E7F9-551DDF458F5F}"/>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4A8C976-D2BB-E15B-0D42-F613DAF5B2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3FAB76-BEE0-2CC2-87B6-7DFE475A8954}"/>
              </a:ext>
            </a:extLst>
          </p:cNvPr>
          <p:cNvSpPr>
            <a:spLocks noGrp="1"/>
          </p:cNvSpPr>
          <p:nvPr>
            <p:ph type="sldNum" sz="quarter" idx="12"/>
          </p:nvPr>
        </p:nvSpPr>
        <p:spPr/>
        <p:txBody>
          <a:bodyPr/>
          <a:lstStyle>
            <a:lvl1pPr>
              <a:defRPr sz="2000"/>
            </a:lvl1pPr>
          </a:lstStyle>
          <a:p>
            <a:fld id="{F9166000-FD29-46C0-B65D-5C43D216176F}" type="slidenum">
              <a:rPr lang="en-US" smtClean="0"/>
              <a:pPr/>
              <a:t>‹#›</a:t>
            </a:fld>
            <a:endParaRPr lang="en-US" sz="2000" dirty="0"/>
          </a:p>
        </p:txBody>
      </p:sp>
    </p:spTree>
    <p:extLst>
      <p:ext uri="{BB962C8B-B14F-4D97-AF65-F5344CB8AC3E}">
        <p14:creationId xmlns:p14="http://schemas.microsoft.com/office/powerpoint/2010/main" val="3118318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051F8-AF9A-A0A9-C2CD-F66A513EB9C0}"/>
              </a:ext>
            </a:extLst>
          </p:cNvPr>
          <p:cNvSpPr>
            <a:spLocks noGrp="1"/>
          </p:cNvSpPr>
          <p:nvPr>
            <p:ph type="title"/>
          </p:nvPr>
        </p:nvSpPr>
        <p:spPr>
          <a:xfrm>
            <a:off x="838200" y="2766218"/>
            <a:ext cx="10515600" cy="1325563"/>
          </a:xfrm>
        </p:spPr>
        <p:txBody>
          <a:bodyPr/>
          <a:lstStyle>
            <a:lvl1pPr algn="ctr">
              <a:defRPr sz="4000" b="1">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4" name="Date Placeholder 3">
            <a:extLst>
              <a:ext uri="{FF2B5EF4-FFF2-40B4-BE49-F238E27FC236}">
                <a16:creationId xmlns:a16="http://schemas.microsoft.com/office/drawing/2014/main" id="{F034ECB3-8D36-CAF4-E7F9-551DDF458F5F}"/>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4A8C976-D2BB-E15B-0D42-F613DAF5B2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3FAB76-BEE0-2CC2-87B6-7DFE475A8954}"/>
              </a:ext>
            </a:extLst>
          </p:cNvPr>
          <p:cNvSpPr>
            <a:spLocks noGrp="1"/>
          </p:cNvSpPr>
          <p:nvPr>
            <p:ph type="sldNum" sz="quarter" idx="12"/>
          </p:nvPr>
        </p:nvSpPr>
        <p:spPr/>
        <p:txBody>
          <a:bodyPr/>
          <a:lstStyle>
            <a:lvl1pPr>
              <a:defRPr sz="2000"/>
            </a:lvl1pPr>
          </a:lstStyle>
          <a:p>
            <a:fld id="{F9166000-FD29-46C0-B65D-5C43D216176F}" type="slidenum">
              <a:rPr lang="en-US" smtClean="0"/>
              <a:pPr/>
              <a:t>‹#›</a:t>
            </a:fld>
            <a:endParaRPr lang="en-US" sz="2000" dirty="0"/>
          </a:p>
        </p:txBody>
      </p:sp>
    </p:spTree>
    <p:extLst>
      <p:ext uri="{BB962C8B-B14F-4D97-AF65-F5344CB8AC3E}">
        <p14:creationId xmlns:p14="http://schemas.microsoft.com/office/powerpoint/2010/main" val="2723299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A940860-0298-D80F-3A2E-307434644351}"/>
              </a:ext>
            </a:extLst>
          </p:cNvPr>
          <p:cNvSpPr>
            <a:spLocks noGrp="1"/>
          </p:cNvSpPr>
          <p:nvPr>
            <p:ph type="title"/>
          </p:nvPr>
        </p:nvSpPr>
        <p:spPr/>
        <p:txBody>
          <a:bodyPr/>
          <a:lstStyle>
            <a:lvl1pP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39503784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B5CCD-8303-9063-5191-E524F2629D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839C20-19F0-6E3D-4637-1D04DDBEBE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BB26435-E702-9505-75CC-83CE948113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0DF04B-2A15-F487-9745-830D3ACBE698}"/>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2C6DCB26-F0C4-F055-554A-2D7BC3A64B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B2956D-7A6B-326A-5DBF-8CFF500ECD96}"/>
              </a:ext>
            </a:extLst>
          </p:cNvPr>
          <p:cNvSpPr>
            <a:spLocks noGrp="1"/>
          </p:cNvSpPr>
          <p:nvPr>
            <p:ph type="sldNum" sz="quarter" idx="12"/>
          </p:nvPr>
        </p:nvSpPr>
        <p:spPr/>
        <p:txBody>
          <a:bodyPr/>
          <a:lstStyle/>
          <a:p>
            <a:fld id="{F9166000-FD29-46C0-B65D-5C43D216176F}" type="slidenum">
              <a:rPr lang="en-US" smtClean="0"/>
              <a:t>‹#›</a:t>
            </a:fld>
            <a:endParaRPr lang="en-US"/>
          </a:p>
        </p:txBody>
      </p:sp>
    </p:spTree>
    <p:extLst>
      <p:ext uri="{BB962C8B-B14F-4D97-AF65-F5344CB8AC3E}">
        <p14:creationId xmlns:p14="http://schemas.microsoft.com/office/powerpoint/2010/main" val="3904203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723A5-E8C3-780E-0748-7AB230AB82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3F7C2B-6D51-39A6-EA97-268DA32A057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C7E16C-7E21-AF12-A436-AEF8AA385CA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3A70011-B602-5685-B5CA-7286ECDA91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DD0C32-B3DD-EF21-C4D0-09D978B70900}"/>
              </a:ext>
            </a:extLst>
          </p:cNvPr>
          <p:cNvSpPr>
            <a:spLocks noGrp="1"/>
          </p:cNvSpPr>
          <p:nvPr>
            <p:ph type="sldNum" sz="quarter" idx="12"/>
          </p:nvPr>
        </p:nvSpPr>
        <p:spPr/>
        <p:txBody>
          <a:bodyPr/>
          <a:lstStyle/>
          <a:p>
            <a:fld id="{F9166000-FD29-46C0-B65D-5C43D216176F}" type="slidenum">
              <a:rPr lang="en-US" smtClean="0"/>
              <a:t>‹#›</a:t>
            </a:fld>
            <a:endParaRPr lang="en-US"/>
          </a:p>
        </p:txBody>
      </p:sp>
    </p:spTree>
    <p:extLst>
      <p:ext uri="{BB962C8B-B14F-4D97-AF65-F5344CB8AC3E}">
        <p14:creationId xmlns:p14="http://schemas.microsoft.com/office/powerpoint/2010/main" val="2037890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DE3C3-9BC9-1C3A-9087-4628984A5C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D58DB06-9A1B-2748-5457-04DBED7B2B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8B5807-9A05-0436-2E2A-401D8FDC94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C56A36-FB03-019C-58B8-54BC60C143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0DA3BF-045D-6E1F-A4F2-B938433411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81C8986-6D19-ECD9-5034-A42F9A9E1B88}"/>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FC5749AD-8F96-94E5-1F79-9B509EF29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762726D-2A91-E45D-35C0-23E0A3B5CB80}"/>
              </a:ext>
            </a:extLst>
          </p:cNvPr>
          <p:cNvSpPr>
            <a:spLocks noGrp="1"/>
          </p:cNvSpPr>
          <p:nvPr>
            <p:ph type="sldNum" sz="quarter" idx="12"/>
          </p:nvPr>
        </p:nvSpPr>
        <p:spPr/>
        <p:txBody>
          <a:bodyPr/>
          <a:lstStyle/>
          <a:p>
            <a:fld id="{F9166000-FD29-46C0-B65D-5C43D216176F}" type="slidenum">
              <a:rPr lang="en-US" smtClean="0"/>
              <a:t>‹#›</a:t>
            </a:fld>
            <a:endParaRPr lang="en-US"/>
          </a:p>
        </p:txBody>
      </p:sp>
    </p:spTree>
    <p:extLst>
      <p:ext uri="{BB962C8B-B14F-4D97-AF65-F5344CB8AC3E}">
        <p14:creationId xmlns:p14="http://schemas.microsoft.com/office/powerpoint/2010/main" val="375854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21D34-BA9E-0126-BF18-05C61AE9E9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258713-2C0C-F3ED-820E-FBE6DDA5F987}"/>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4F5D3E0E-D560-C6C5-9872-1B5CE921C6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C62202-7C69-09E3-67D1-637E78D3B6C8}"/>
              </a:ext>
            </a:extLst>
          </p:cNvPr>
          <p:cNvSpPr>
            <a:spLocks noGrp="1"/>
          </p:cNvSpPr>
          <p:nvPr>
            <p:ph type="sldNum" sz="quarter" idx="12"/>
          </p:nvPr>
        </p:nvSpPr>
        <p:spPr/>
        <p:txBody>
          <a:bodyPr/>
          <a:lstStyle/>
          <a:p>
            <a:fld id="{F9166000-FD29-46C0-B65D-5C43D216176F}" type="slidenum">
              <a:rPr lang="en-US" smtClean="0"/>
              <a:t>‹#›</a:t>
            </a:fld>
            <a:endParaRPr lang="en-US"/>
          </a:p>
        </p:txBody>
      </p:sp>
    </p:spTree>
    <p:extLst>
      <p:ext uri="{BB962C8B-B14F-4D97-AF65-F5344CB8AC3E}">
        <p14:creationId xmlns:p14="http://schemas.microsoft.com/office/powerpoint/2010/main" val="3832327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8FA2F1-23C2-8610-1823-19DFD21A6612}"/>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F0FAF814-DECE-228C-F9AF-CFFEC8A404F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5AFFF74-07D8-520F-5BF8-9771CC584E3D}"/>
              </a:ext>
            </a:extLst>
          </p:cNvPr>
          <p:cNvSpPr>
            <a:spLocks noGrp="1"/>
          </p:cNvSpPr>
          <p:nvPr>
            <p:ph type="sldNum" sz="quarter" idx="12"/>
          </p:nvPr>
        </p:nvSpPr>
        <p:spPr/>
        <p:txBody>
          <a:bodyPr/>
          <a:lstStyle/>
          <a:p>
            <a:fld id="{F9166000-FD29-46C0-B65D-5C43D216176F}" type="slidenum">
              <a:rPr lang="en-US" smtClean="0"/>
              <a:t>‹#›</a:t>
            </a:fld>
            <a:endParaRPr lang="en-US"/>
          </a:p>
        </p:txBody>
      </p:sp>
    </p:spTree>
    <p:extLst>
      <p:ext uri="{BB962C8B-B14F-4D97-AF65-F5344CB8AC3E}">
        <p14:creationId xmlns:p14="http://schemas.microsoft.com/office/powerpoint/2010/main" val="371436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2CDF7-55D9-232A-FA80-2148BE7073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A0938B-6E44-3D0E-438D-05C19E4297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0BF56E-7524-7708-500D-5F76587C79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326C0F-DD8E-1359-3F8B-24D2F3873B7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323C8F0-9A7E-D0B9-E0D8-E9A9DD4B8E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581DC4-9D2D-C048-2136-26868D0ED6AA}"/>
              </a:ext>
            </a:extLst>
          </p:cNvPr>
          <p:cNvSpPr>
            <a:spLocks noGrp="1"/>
          </p:cNvSpPr>
          <p:nvPr>
            <p:ph type="sldNum" sz="quarter" idx="12"/>
          </p:nvPr>
        </p:nvSpPr>
        <p:spPr/>
        <p:txBody>
          <a:bodyPr/>
          <a:lstStyle/>
          <a:p>
            <a:fld id="{F9166000-FD29-46C0-B65D-5C43D216176F}" type="slidenum">
              <a:rPr lang="en-US" smtClean="0"/>
              <a:t>‹#›</a:t>
            </a:fld>
            <a:endParaRPr lang="en-US"/>
          </a:p>
        </p:txBody>
      </p:sp>
    </p:spTree>
    <p:extLst>
      <p:ext uri="{BB962C8B-B14F-4D97-AF65-F5344CB8AC3E}">
        <p14:creationId xmlns:p14="http://schemas.microsoft.com/office/powerpoint/2010/main" val="40097485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DAA68-2EA2-7E0A-BB7A-C39E41D9F6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25D5B78-A966-8787-14CB-74C4B56DA2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4AC6F5B-349E-792E-C068-707E91FA3F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9D93A1-E018-8B44-5ACA-11A32DF3501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48336DC7-50DB-7C04-D7A3-76C3412861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14A559-4545-ABA8-3106-F07EB11AAB7B}"/>
              </a:ext>
            </a:extLst>
          </p:cNvPr>
          <p:cNvSpPr>
            <a:spLocks noGrp="1"/>
          </p:cNvSpPr>
          <p:nvPr>
            <p:ph type="sldNum" sz="quarter" idx="12"/>
          </p:nvPr>
        </p:nvSpPr>
        <p:spPr/>
        <p:txBody>
          <a:bodyPr/>
          <a:lstStyle/>
          <a:p>
            <a:fld id="{F9166000-FD29-46C0-B65D-5C43D216176F}" type="slidenum">
              <a:rPr lang="en-US" smtClean="0"/>
              <a:t>‹#›</a:t>
            </a:fld>
            <a:endParaRPr lang="en-US"/>
          </a:p>
        </p:txBody>
      </p:sp>
    </p:spTree>
    <p:extLst>
      <p:ext uri="{BB962C8B-B14F-4D97-AF65-F5344CB8AC3E}">
        <p14:creationId xmlns:p14="http://schemas.microsoft.com/office/powerpoint/2010/main" val="34175342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730A7-260B-224D-4771-C28BD4C6F4A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8F889C9-5502-8D41-4406-298CC18F99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C890C0-74BE-978D-B4D7-A49CD29BB37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07FB9AC-80F5-F50E-6A35-D739E0F6AA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580DB1-D79E-CD52-C7B6-C63AB2901605}"/>
              </a:ext>
            </a:extLst>
          </p:cNvPr>
          <p:cNvSpPr>
            <a:spLocks noGrp="1"/>
          </p:cNvSpPr>
          <p:nvPr>
            <p:ph type="sldNum" sz="quarter" idx="12"/>
          </p:nvPr>
        </p:nvSpPr>
        <p:spPr/>
        <p:txBody>
          <a:bodyPr/>
          <a:lstStyle/>
          <a:p>
            <a:fld id="{F9166000-FD29-46C0-B65D-5C43D216176F}" type="slidenum">
              <a:rPr lang="en-US" smtClean="0"/>
              <a:t>‹#›</a:t>
            </a:fld>
            <a:endParaRPr lang="en-US"/>
          </a:p>
        </p:txBody>
      </p:sp>
    </p:spTree>
    <p:extLst>
      <p:ext uri="{BB962C8B-B14F-4D97-AF65-F5344CB8AC3E}">
        <p14:creationId xmlns:p14="http://schemas.microsoft.com/office/powerpoint/2010/main" val="30648396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DD9873-A5FB-3FC5-751C-467B9BD1F2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F21C18-32BA-2F42-EC83-37DD8D6EFE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3D6F16-D00A-7628-2200-19101B1575A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520D381-3A16-9F9D-49AF-34C6B7FD95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426E1-AE9F-2EA7-CC18-E30364BDDB83}"/>
              </a:ext>
            </a:extLst>
          </p:cNvPr>
          <p:cNvSpPr>
            <a:spLocks noGrp="1"/>
          </p:cNvSpPr>
          <p:nvPr>
            <p:ph type="sldNum" sz="quarter" idx="12"/>
          </p:nvPr>
        </p:nvSpPr>
        <p:spPr/>
        <p:txBody>
          <a:bodyPr/>
          <a:lstStyle/>
          <a:p>
            <a:fld id="{F9166000-FD29-46C0-B65D-5C43D216176F}" type="slidenum">
              <a:rPr lang="en-US" smtClean="0"/>
              <a:t>‹#›</a:t>
            </a:fld>
            <a:endParaRPr lang="en-US"/>
          </a:p>
        </p:txBody>
      </p:sp>
    </p:spTree>
    <p:extLst>
      <p:ext uri="{BB962C8B-B14F-4D97-AF65-F5344CB8AC3E}">
        <p14:creationId xmlns:p14="http://schemas.microsoft.com/office/powerpoint/2010/main" val="12519693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779B6-68E0-8567-93B5-91F040C276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ED2131E-98FA-5127-4FE3-431C57A593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E8CF66-86F8-759C-AF39-EF65CDDE631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0A7593A3-9D17-A5F2-789C-DE6B416E37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C3E3B9-05EC-EDEB-4F06-A265ECA0D1E9}"/>
              </a:ext>
            </a:extLst>
          </p:cNvPr>
          <p:cNvSpPr>
            <a:spLocks noGrp="1"/>
          </p:cNvSpPr>
          <p:nvPr>
            <p:ph type="sldNum" sz="quarter" idx="12"/>
          </p:nvPr>
        </p:nvSpPr>
        <p:spPr/>
        <p:txBody>
          <a:bodyPr/>
          <a:lstStyle/>
          <a:p>
            <a:fld id="{60AD3246-D1AD-4C49-B5D4-D37513EBEDB2}" type="slidenum">
              <a:rPr lang="en-US" smtClean="0"/>
              <a:t>‹#›</a:t>
            </a:fld>
            <a:endParaRPr lang="en-US"/>
          </a:p>
        </p:txBody>
      </p:sp>
    </p:spTree>
    <p:extLst>
      <p:ext uri="{BB962C8B-B14F-4D97-AF65-F5344CB8AC3E}">
        <p14:creationId xmlns:p14="http://schemas.microsoft.com/office/powerpoint/2010/main" val="4622098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F0F1E-986C-6A0B-A291-E821E2D83F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A88A6E-3B2E-0511-75A2-F2EBF3E90F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1002AF-74F1-E661-0B21-FC855CFD4D1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515D08D-701A-F568-A114-4367359E5B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AA1443-1A43-D960-D2A6-3E9A345B222F}"/>
              </a:ext>
            </a:extLst>
          </p:cNvPr>
          <p:cNvSpPr>
            <a:spLocks noGrp="1"/>
          </p:cNvSpPr>
          <p:nvPr>
            <p:ph type="sldNum" sz="quarter" idx="12"/>
          </p:nvPr>
        </p:nvSpPr>
        <p:spPr/>
        <p:txBody>
          <a:bodyPr/>
          <a:lstStyle/>
          <a:p>
            <a:fld id="{60AD3246-D1AD-4C49-B5D4-D37513EBEDB2}" type="slidenum">
              <a:rPr lang="en-US" smtClean="0"/>
              <a:t>‹#›</a:t>
            </a:fld>
            <a:endParaRPr lang="en-US"/>
          </a:p>
        </p:txBody>
      </p:sp>
    </p:spTree>
    <p:extLst>
      <p:ext uri="{BB962C8B-B14F-4D97-AF65-F5344CB8AC3E}">
        <p14:creationId xmlns:p14="http://schemas.microsoft.com/office/powerpoint/2010/main" val="33796465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C55E0-14CC-276F-CCD2-CE72EE4C41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9C53698-4F04-1A73-3BA3-426C8430860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1A138C-D248-51C9-117F-88234B51B5C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2918879-C151-8E4D-3A97-2F0782CB03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5EA843-DFB8-24A0-68D1-A0FABBBDC8A4}"/>
              </a:ext>
            </a:extLst>
          </p:cNvPr>
          <p:cNvSpPr>
            <a:spLocks noGrp="1"/>
          </p:cNvSpPr>
          <p:nvPr>
            <p:ph type="sldNum" sz="quarter" idx="12"/>
          </p:nvPr>
        </p:nvSpPr>
        <p:spPr/>
        <p:txBody>
          <a:bodyPr/>
          <a:lstStyle/>
          <a:p>
            <a:fld id="{60AD3246-D1AD-4C49-B5D4-D37513EBEDB2}" type="slidenum">
              <a:rPr lang="en-US" smtClean="0"/>
              <a:t>‹#›</a:t>
            </a:fld>
            <a:endParaRPr lang="en-US"/>
          </a:p>
        </p:txBody>
      </p:sp>
    </p:spTree>
    <p:extLst>
      <p:ext uri="{BB962C8B-B14F-4D97-AF65-F5344CB8AC3E}">
        <p14:creationId xmlns:p14="http://schemas.microsoft.com/office/powerpoint/2010/main" val="42221894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A02C0-DF2C-309E-AC0E-0636B2EBA1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F992BC-286E-C062-27C6-D3AFE3F109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072817C-A6B8-9CFA-D90C-265EFD0451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F0F97BB-BB9D-3B25-AF63-48CC603F538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A801D67-C883-5138-FCBF-D72A195F9C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3A4CD0-ADD3-047A-6B4D-FE0CB48650AC}"/>
              </a:ext>
            </a:extLst>
          </p:cNvPr>
          <p:cNvSpPr>
            <a:spLocks noGrp="1"/>
          </p:cNvSpPr>
          <p:nvPr>
            <p:ph type="sldNum" sz="quarter" idx="12"/>
          </p:nvPr>
        </p:nvSpPr>
        <p:spPr/>
        <p:txBody>
          <a:bodyPr/>
          <a:lstStyle/>
          <a:p>
            <a:fld id="{60AD3246-D1AD-4C49-B5D4-D37513EBEDB2}" type="slidenum">
              <a:rPr lang="en-US" smtClean="0"/>
              <a:t>‹#›</a:t>
            </a:fld>
            <a:endParaRPr lang="en-US"/>
          </a:p>
        </p:txBody>
      </p:sp>
    </p:spTree>
    <p:extLst>
      <p:ext uri="{BB962C8B-B14F-4D97-AF65-F5344CB8AC3E}">
        <p14:creationId xmlns:p14="http://schemas.microsoft.com/office/powerpoint/2010/main" val="41520410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57DFE-9164-EFD0-0CF4-CF90F0584E1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0E2D3D-858A-89EB-8B18-75D374CC08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EFF25B-BDD8-9B62-43CC-DD451199FE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F2D965-5344-D634-42B6-0CEB79B65A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797504-4024-19D2-3A1F-92B876B4B4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697E40-4219-3C3E-2EFB-6736679F792F}"/>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5D61BD34-3674-6514-1036-710683FEFD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23C0748-4622-6D0C-8FD7-A2CB0998F6FD}"/>
              </a:ext>
            </a:extLst>
          </p:cNvPr>
          <p:cNvSpPr>
            <a:spLocks noGrp="1"/>
          </p:cNvSpPr>
          <p:nvPr>
            <p:ph type="sldNum" sz="quarter" idx="12"/>
          </p:nvPr>
        </p:nvSpPr>
        <p:spPr/>
        <p:txBody>
          <a:bodyPr/>
          <a:lstStyle/>
          <a:p>
            <a:fld id="{60AD3246-D1AD-4C49-B5D4-D37513EBEDB2}" type="slidenum">
              <a:rPr lang="en-US" smtClean="0"/>
              <a:t>‹#›</a:t>
            </a:fld>
            <a:endParaRPr lang="en-US"/>
          </a:p>
        </p:txBody>
      </p:sp>
    </p:spTree>
    <p:extLst>
      <p:ext uri="{BB962C8B-B14F-4D97-AF65-F5344CB8AC3E}">
        <p14:creationId xmlns:p14="http://schemas.microsoft.com/office/powerpoint/2010/main" val="6202237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426F0-05A0-2BDE-DEDA-7DD5CFD725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565198-0708-7046-C2B5-5995EE3E938A}"/>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E6D12338-516A-A461-9109-BD5F5CD72F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71F484-F9BB-AB25-A3EB-3C72469DCBA7}"/>
              </a:ext>
            </a:extLst>
          </p:cNvPr>
          <p:cNvSpPr>
            <a:spLocks noGrp="1"/>
          </p:cNvSpPr>
          <p:nvPr>
            <p:ph type="sldNum" sz="quarter" idx="12"/>
          </p:nvPr>
        </p:nvSpPr>
        <p:spPr/>
        <p:txBody>
          <a:bodyPr/>
          <a:lstStyle/>
          <a:p>
            <a:fld id="{60AD3246-D1AD-4C49-B5D4-D37513EBEDB2}" type="slidenum">
              <a:rPr lang="en-US" smtClean="0"/>
              <a:t>‹#›</a:t>
            </a:fld>
            <a:endParaRPr lang="en-US"/>
          </a:p>
        </p:txBody>
      </p:sp>
    </p:spTree>
    <p:extLst>
      <p:ext uri="{BB962C8B-B14F-4D97-AF65-F5344CB8AC3E}">
        <p14:creationId xmlns:p14="http://schemas.microsoft.com/office/powerpoint/2010/main" val="40875094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86E697-0F48-92D8-A4E0-57052A017AD8}"/>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C9A05A13-2AA3-9348-674C-CDC9A38452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9F6E8DC-E6A2-4061-931B-DE8F66E285D5}"/>
              </a:ext>
            </a:extLst>
          </p:cNvPr>
          <p:cNvSpPr>
            <a:spLocks noGrp="1"/>
          </p:cNvSpPr>
          <p:nvPr>
            <p:ph type="sldNum" sz="quarter" idx="12"/>
          </p:nvPr>
        </p:nvSpPr>
        <p:spPr/>
        <p:txBody>
          <a:bodyPr/>
          <a:lstStyle/>
          <a:p>
            <a:fld id="{60AD3246-D1AD-4C49-B5D4-D37513EBEDB2}" type="slidenum">
              <a:rPr lang="en-US" smtClean="0"/>
              <a:t>‹#›</a:t>
            </a:fld>
            <a:endParaRPr lang="en-US"/>
          </a:p>
        </p:txBody>
      </p:sp>
    </p:spTree>
    <p:extLst>
      <p:ext uri="{BB962C8B-B14F-4D97-AF65-F5344CB8AC3E}">
        <p14:creationId xmlns:p14="http://schemas.microsoft.com/office/powerpoint/2010/main" val="2424250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74034-2D7F-3D5F-5A88-ED854F675D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4269B77-EFBB-E4D7-CACC-28153E6994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B78F53-D530-38F5-FB1C-07DB627CFC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17E504-E0D4-19AD-08C0-ADDE7561625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5E242348-F8A5-5A0C-C935-A601C2835E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F87DDF-BFF1-9868-788F-19751C6AF673}"/>
              </a:ext>
            </a:extLst>
          </p:cNvPr>
          <p:cNvSpPr>
            <a:spLocks noGrp="1"/>
          </p:cNvSpPr>
          <p:nvPr>
            <p:ph type="sldNum" sz="quarter" idx="12"/>
          </p:nvPr>
        </p:nvSpPr>
        <p:spPr/>
        <p:txBody>
          <a:bodyPr/>
          <a:lstStyle/>
          <a:p>
            <a:fld id="{60AD3246-D1AD-4C49-B5D4-D37513EBEDB2}" type="slidenum">
              <a:rPr lang="en-US" smtClean="0"/>
              <a:t>‹#›</a:t>
            </a:fld>
            <a:endParaRPr lang="en-US"/>
          </a:p>
        </p:txBody>
      </p:sp>
    </p:spTree>
    <p:extLst>
      <p:ext uri="{BB962C8B-B14F-4D97-AF65-F5344CB8AC3E}">
        <p14:creationId xmlns:p14="http://schemas.microsoft.com/office/powerpoint/2010/main" val="9359443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B9CCE-D20E-2DC8-B8F8-69EE42ECF2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9D708A-19B0-9AE7-8F89-A0D59B3A77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27309D-42D2-4A37-EDC8-4A69B894F4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FE56BE-3467-237A-73F7-8B57C10F4FD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990E20B8-F580-81C5-D69B-FFDAFD8888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B25B39-98E5-604A-90DA-EB1965D906ED}"/>
              </a:ext>
            </a:extLst>
          </p:cNvPr>
          <p:cNvSpPr>
            <a:spLocks noGrp="1"/>
          </p:cNvSpPr>
          <p:nvPr>
            <p:ph type="sldNum" sz="quarter" idx="12"/>
          </p:nvPr>
        </p:nvSpPr>
        <p:spPr/>
        <p:txBody>
          <a:bodyPr/>
          <a:lstStyle/>
          <a:p>
            <a:fld id="{60AD3246-D1AD-4C49-B5D4-D37513EBEDB2}" type="slidenum">
              <a:rPr lang="en-US" smtClean="0"/>
              <a:t>‹#›</a:t>
            </a:fld>
            <a:endParaRPr lang="en-US"/>
          </a:p>
        </p:txBody>
      </p:sp>
    </p:spTree>
    <p:extLst>
      <p:ext uri="{BB962C8B-B14F-4D97-AF65-F5344CB8AC3E}">
        <p14:creationId xmlns:p14="http://schemas.microsoft.com/office/powerpoint/2010/main" val="35237932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FD9E0-7595-C36B-2E32-05249F6718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CBA6DE-E0E9-227A-5EB1-9D66B554B8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36A0AD-D719-D29A-965C-2818A19E44D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823E4A5-FDFD-20D4-5F0B-AED74847C4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386048-39A2-1EBE-F443-6D5BC9341D17}"/>
              </a:ext>
            </a:extLst>
          </p:cNvPr>
          <p:cNvSpPr>
            <a:spLocks noGrp="1"/>
          </p:cNvSpPr>
          <p:nvPr>
            <p:ph type="sldNum" sz="quarter" idx="12"/>
          </p:nvPr>
        </p:nvSpPr>
        <p:spPr/>
        <p:txBody>
          <a:bodyPr/>
          <a:lstStyle/>
          <a:p>
            <a:fld id="{60AD3246-D1AD-4C49-B5D4-D37513EBEDB2}" type="slidenum">
              <a:rPr lang="en-US" smtClean="0"/>
              <a:t>‹#›</a:t>
            </a:fld>
            <a:endParaRPr lang="en-US"/>
          </a:p>
        </p:txBody>
      </p:sp>
    </p:spTree>
    <p:extLst>
      <p:ext uri="{BB962C8B-B14F-4D97-AF65-F5344CB8AC3E}">
        <p14:creationId xmlns:p14="http://schemas.microsoft.com/office/powerpoint/2010/main" val="6009679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129CF2-37CB-58A1-4B14-813DDFC92F2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150141-2BFF-1426-71A5-C3CADDD84C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2A772C-6A29-92F0-F0CC-85F449E013F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37CB86F-3D6D-28C6-2135-11158B2A92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BF9198-FBED-2EEC-B916-C6E381EFD976}"/>
              </a:ext>
            </a:extLst>
          </p:cNvPr>
          <p:cNvSpPr>
            <a:spLocks noGrp="1"/>
          </p:cNvSpPr>
          <p:nvPr>
            <p:ph type="sldNum" sz="quarter" idx="12"/>
          </p:nvPr>
        </p:nvSpPr>
        <p:spPr/>
        <p:txBody>
          <a:bodyPr/>
          <a:lstStyle/>
          <a:p>
            <a:fld id="{60AD3246-D1AD-4C49-B5D4-D37513EBEDB2}" type="slidenum">
              <a:rPr lang="en-US" smtClean="0"/>
              <a:t>‹#›</a:t>
            </a:fld>
            <a:endParaRPr lang="en-US"/>
          </a:p>
        </p:txBody>
      </p:sp>
    </p:spTree>
    <p:extLst>
      <p:ext uri="{BB962C8B-B14F-4D97-AF65-F5344CB8AC3E}">
        <p14:creationId xmlns:p14="http://schemas.microsoft.com/office/powerpoint/2010/main" val="22308200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2CC79-2747-5D69-2AEF-C80EB71012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63B1A5-E669-2EAC-CFDB-29925304A1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255D210-FCF2-0F1F-67D6-11829B91DC1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D59D784-5BA4-FAC1-3733-E35F62387D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A5B5AD-5BA6-224B-A281-F14DE775A8F7}"/>
              </a:ext>
            </a:extLst>
          </p:cNvPr>
          <p:cNvSpPr>
            <a:spLocks noGrp="1"/>
          </p:cNvSpPr>
          <p:nvPr>
            <p:ph type="sldNum" sz="quarter" idx="12"/>
          </p:nvPr>
        </p:nvSpPr>
        <p:spPr/>
        <p:txBody>
          <a:bodyPr/>
          <a:lstStyle/>
          <a:p>
            <a:fld id="{DEEF91E0-8F06-40F5-A321-50FBE1BBF313}" type="slidenum">
              <a:rPr lang="en-US" smtClean="0"/>
              <a:t>‹#›</a:t>
            </a:fld>
            <a:endParaRPr lang="en-US"/>
          </a:p>
        </p:txBody>
      </p:sp>
    </p:spTree>
    <p:extLst>
      <p:ext uri="{BB962C8B-B14F-4D97-AF65-F5344CB8AC3E}">
        <p14:creationId xmlns:p14="http://schemas.microsoft.com/office/powerpoint/2010/main" val="39891399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4013E-69EF-B7D5-46D3-A95EC97F83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462883-DB30-207C-EB71-3DC6DAD9A2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93BADB-8CE3-1AB5-5EBD-D850EB9456C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431F62B-F35B-449E-93FD-8D890AD2A8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17EA23-0B11-0D10-E443-A40E57782FDE}"/>
              </a:ext>
            </a:extLst>
          </p:cNvPr>
          <p:cNvSpPr>
            <a:spLocks noGrp="1"/>
          </p:cNvSpPr>
          <p:nvPr>
            <p:ph type="sldNum" sz="quarter" idx="12"/>
          </p:nvPr>
        </p:nvSpPr>
        <p:spPr/>
        <p:txBody>
          <a:bodyPr/>
          <a:lstStyle/>
          <a:p>
            <a:fld id="{DEEF91E0-8F06-40F5-A321-50FBE1BBF313}" type="slidenum">
              <a:rPr lang="en-US" smtClean="0"/>
              <a:t>‹#›</a:t>
            </a:fld>
            <a:endParaRPr lang="en-US"/>
          </a:p>
        </p:txBody>
      </p:sp>
    </p:spTree>
    <p:extLst>
      <p:ext uri="{BB962C8B-B14F-4D97-AF65-F5344CB8AC3E}">
        <p14:creationId xmlns:p14="http://schemas.microsoft.com/office/powerpoint/2010/main" val="25195282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8151C-69AC-D5D6-8F2B-F3E538B7A0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D4C302-22D6-17EC-71E1-D70E42905D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22BB0D-1C0C-6FAD-9D0D-7AA17450F17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111EBDE-76D3-E8A6-04E4-2D7B1AF7A3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5031A8-5C6F-E9DE-76A3-F42CF8B1B00D}"/>
              </a:ext>
            </a:extLst>
          </p:cNvPr>
          <p:cNvSpPr>
            <a:spLocks noGrp="1"/>
          </p:cNvSpPr>
          <p:nvPr>
            <p:ph type="sldNum" sz="quarter" idx="12"/>
          </p:nvPr>
        </p:nvSpPr>
        <p:spPr/>
        <p:txBody>
          <a:bodyPr/>
          <a:lstStyle/>
          <a:p>
            <a:fld id="{DEEF91E0-8F06-40F5-A321-50FBE1BBF313}" type="slidenum">
              <a:rPr lang="en-US" smtClean="0"/>
              <a:t>‹#›</a:t>
            </a:fld>
            <a:endParaRPr lang="en-US"/>
          </a:p>
        </p:txBody>
      </p:sp>
    </p:spTree>
    <p:extLst>
      <p:ext uri="{BB962C8B-B14F-4D97-AF65-F5344CB8AC3E}">
        <p14:creationId xmlns:p14="http://schemas.microsoft.com/office/powerpoint/2010/main" val="202930931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C4411-E07D-D3AE-B384-62C3A5170B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8A5810-F376-C257-7504-88074722F6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F7D5B1-E601-7161-BDA8-B11A37B9BB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375990F-0DD4-1083-D9F4-C0085F35AC5E}"/>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FEE82311-AD98-5310-9E90-761D9A57AF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A95C5A-6FEB-DBAA-25B0-721D4B258FC3}"/>
              </a:ext>
            </a:extLst>
          </p:cNvPr>
          <p:cNvSpPr>
            <a:spLocks noGrp="1"/>
          </p:cNvSpPr>
          <p:nvPr>
            <p:ph type="sldNum" sz="quarter" idx="12"/>
          </p:nvPr>
        </p:nvSpPr>
        <p:spPr/>
        <p:txBody>
          <a:bodyPr/>
          <a:lstStyle/>
          <a:p>
            <a:fld id="{DEEF91E0-8F06-40F5-A321-50FBE1BBF313}" type="slidenum">
              <a:rPr lang="en-US" smtClean="0"/>
              <a:t>‹#›</a:t>
            </a:fld>
            <a:endParaRPr lang="en-US"/>
          </a:p>
        </p:txBody>
      </p:sp>
    </p:spTree>
    <p:extLst>
      <p:ext uri="{BB962C8B-B14F-4D97-AF65-F5344CB8AC3E}">
        <p14:creationId xmlns:p14="http://schemas.microsoft.com/office/powerpoint/2010/main" val="9716185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A08F0-85DC-BBC3-F03D-5580A47BB67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705859D-567D-5419-06A9-5D2001A7D0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34C933-C598-A5F4-BF73-C9E4A07220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5052592-73D4-4EFC-8B93-ABE5AA68ED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796830-39F3-D3D0-7B8F-BAD6F93695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B352A5E-0D15-CDBB-BBCC-3E96C3EDF2C0}"/>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BB862F44-E5A4-DD4C-3FFD-B5E6E032B4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AA71C6-D288-1290-09A6-6B7ED614F841}"/>
              </a:ext>
            </a:extLst>
          </p:cNvPr>
          <p:cNvSpPr>
            <a:spLocks noGrp="1"/>
          </p:cNvSpPr>
          <p:nvPr>
            <p:ph type="sldNum" sz="quarter" idx="12"/>
          </p:nvPr>
        </p:nvSpPr>
        <p:spPr/>
        <p:txBody>
          <a:bodyPr/>
          <a:lstStyle/>
          <a:p>
            <a:fld id="{DEEF91E0-8F06-40F5-A321-50FBE1BBF313}" type="slidenum">
              <a:rPr lang="en-US" smtClean="0"/>
              <a:t>‹#›</a:t>
            </a:fld>
            <a:endParaRPr lang="en-US"/>
          </a:p>
        </p:txBody>
      </p:sp>
    </p:spTree>
    <p:extLst>
      <p:ext uri="{BB962C8B-B14F-4D97-AF65-F5344CB8AC3E}">
        <p14:creationId xmlns:p14="http://schemas.microsoft.com/office/powerpoint/2010/main" val="3444899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86004-6CAC-92A3-51E3-57A4E4AA51A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0C88F5-5553-48CF-3F5E-C1680B0CE8B5}"/>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874A6368-A82B-B3D1-92E4-2A43638772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023036-B35B-0D0F-539A-A56B59E53736}"/>
              </a:ext>
            </a:extLst>
          </p:cNvPr>
          <p:cNvSpPr>
            <a:spLocks noGrp="1"/>
          </p:cNvSpPr>
          <p:nvPr>
            <p:ph type="sldNum" sz="quarter" idx="12"/>
          </p:nvPr>
        </p:nvSpPr>
        <p:spPr/>
        <p:txBody>
          <a:bodyPr/>
          <a:lstStyle/>
          <a:p>
            <a:fld id="{DEEF91E0-8F06-40F5-A321-50FBE1BBF313}" type="slidenum">
              <a:rPr lang="en-US" smtClean="0"/>
              <a:t>‹#›</a:t>
            </a:fld>
            <a:endParaRPr lang="en-US"/>
          </a:p>
        </p:txBody>
      </p:sp>
    </p:spTree>
    <p:extLst>
      <p:ext uri="{BB962C8B-B14F-4D97-AF65-F5344CB8AC3E}">
        <p14:creationId xmlns:p14="http://schemas.microsoft.com/office/powerpoint/2010/main" val="3996019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472DA4-B5A1-503D-0B6F-607BA05FA124}"/>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051971A2-17BB-00BD-E513-4FF066B6B5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C911962-1DB9-C6B1-E68E-B78A14E03DED}"/>
              </a:ext>
            </a:extLst>
          </p:cNvPr>
          <p:cNvSpPr>
            <a:spLocks noGrp="1"/>
          </p:cNvSpPr>
          <p:nvPr>
            <p:ph type="sldNum" sz="quarter" idx="12"/>
          </p:nvPr>
        </p:nvSpPr>
        <p:spPr/>
        <p:txBody>
          <a:bodyPr/>
          <a:lstStyle/>
          <a:p>
            <a:fld id="{DEEF91E0-8F06-40F5-A321-50FBE1BBF313}" type="slidenum">
              <a:rPr lang="en-US" smtClean="0"/>
              <a:t>‹#›</a:t>
            </a:fld>
            <a:endParaRPr lang="en-US"/>
          </a:p>
        </p:txBody>
      </p:sp>
    </p:spTree>
    <p:extLst>
      <p:ext uri="{BB962C8B-B14F-4D97-AF65-F5344CB8AC3E}">
        <p14:creationId xmlns:p14="http://schemas.microsoft.com/office/powerpoint/2010/main" val="41800940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A50FF-1A1F-B977-03E1-922965E4D4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4258E0C-AA55-AFF6-3E6E-EB6CC5F6FA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66D726-DB80-3E72-2F74-834586DC35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8F71BA-C873-775D-2058-3E5F6665B63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4A759790-03FF-ABFE-01FA-1977D31DF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F96F8A-1774-B785-7C91-45F8CD76D348}"/>
              </a:ext>
            </a:extLst>
          </p:cNvPr>
          <p:cNvSpPr>
            <a:spLocks noGrp="1"/>
          </p:cNvSpPr>
          <p:nvPr>
            <p:ph type="sldNum" sz="quarter" idx="12"/>
          </p:nvPr>
        </p:nvSpPr>
        <p:spPr/>
        <p:txBody>
          <a:bodyPr/>
          <a:lstStyle/>
          <a:p>
            <a:fld id="{DEEF91E0-8F06-40F5-A321-50FBE1BBF313}" type="slidenum">
              <a:rPr lang="en-US" smtClean="0"/>
              <a:t>‹#›</a:t>
            </a:fld>
            <a:endParaRPr lang="en-US"/>
          </a:p>
        </p:txBody>
      </p:sp>
    </p:spTree>
    <p:extLst>
      <p:ext uri="{BB962C8B-B14F-4D97-AF65-F5344CB8AC3E}">
        <p14:creationId xmlns:p14="http://schemas.microsoft.com/office/powerpoint/2010/main" val="3284433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10487-514C-824F-E273-536C1C4F33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33A2F73-6CB6-F7FA-4FFC-E9C314DA7D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85C2EC-3C17-F750-37F4-2AAB5EFBFD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A74DC4-0D3D-1143-1EC2-A1413659422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49110E5-6390-8AEA-1E46-2373FC1EB4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4F02F2-583F-0CEF-889F-4146DF52DDEC}"/>
              </a:ext>
            </a:extLst>
          </p:cNvPr>
          <p:cNvSpPr>
            <a:spLocks noGrp="1"/>
          </p:cNvSpPr>
          <p:nvPr>
            <p:ph type="sldNum" sz="quarter" idx="12"/>
          </p:nvPr>
        </p:nvSpPr>
        <p:spPr/>
        <p:txBody>
          <a:bodyPr/>
          <a:lstStyle/>
          <a:p>
            <a:fld id="{DEEF91E0-8F06-40F5-A321-50FBE1BBF313}" type="slidenum">
              <a:rPr lang="en-US" smtClean="0"/>
              <a:t>‹#›</a:t>
            </a:fld>
            <a:endParaRPr lang="en-US"/>
          </a:p>
        </p:txBody>
      </p:sp>
    </p:spTree>
    <p:extLst>
      <p:ext uri="{BB962C8B-B14F-4D97-AF65-F5344CB8AC3E}">
        <p14:creationId xmlns:p14="http://schemas.microsoft.com/office/powerpoint/2010/main" val="3101418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A4AB9-1D0F-C3D2-3B09-3E71649F7A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B6F609-C72A-8B40-6733-0769CA9C71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CA129B-B4AD-03AA-9978-B81362D5AC4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368685B8-371D-C755-2C8F-36C08F7340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ABE8A3-229C-4E9D-28BE-7CF4632BA7E0}"/>
              </a:ext>
            </a:extLst>
          </p:cNvPr>
          <p:cNvSpPr>
            <a:spLocks noGrp="1"/>
          </p:cNvSpPr>
          <p:nvPr>
            <p:ph type="sldNum" sz="quarter" idx="12"/>
          </p:nvPr>
        </p:nvSpPr>
        <p:spPr/>
        <p:txBody>
          <a:bodyPr/>
          <a:lstStyle/>
          <a:p>
            <a:fld id="{DEEF91E0-8F06-40F5-A321-50FBE1BBF313}" type="slidenum">
              <a:rPr lang="en-US" smtClean="0"/>
              <a:t>‹#›</a:t>
            </a:fld>
            <a:endParaRPr lang="en-US"/>
          </a:p>
        </p:txBody>
      </p:sp>
    </p:spTree>
    <p:extLst>
      <p:ext uri="{BB962C8B-B14F-4D97-AF65-F5344CB8AC3E}">
        <p14:creationId xmlns:p14="http://schemas.microsoft.com/office/powerpoint/2010/main" val="365042201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7D3FD0-5151-5945-4B63-28F3D8829BA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51D682-A878-DDE9-4015-20D6347E1C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67B127-ADD1-D3CE-30FC-54BAE886EDA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48891BE-5834-6EAB-2418-41E8ADF0D3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D73BE6-9824-8AA7-765E-2434ED5D43ED}"/>
              </a:ext>
            </a:extLst>
          </p:cNvPr>
          <p:cNvSpPr>
            <a:spLocks noGrp="1"/>
          </p:cNvSpPr>
          <p:nvPr>
            <p:ph type="sldNum" sz="quarter" idx="12"/>
          </p:nvPr>
        </p:nvSpPr>
        <p:spPr/>
        <p:txBody>
          <a:bodyPr/>
          <a:lstStyle/>
          <a:p>
            <a:fld id="{DEEF91E0-8F06-40F5-A321-50FBE1BBF313}" type="slidenum">
              <a:rPr lang="en-US" smtClean="0"/>
              <a:t>‹#›</a:t>
            </a:fld>
            <a:endParaRPr lang="en-US"/>
          </a:p>
        </p:txBody>
      </p:sp>
    </p:spTree>
    <p:extLst>
      <p:ext uri="{BB962C8B-B14F-4D97-AF65-F5344CB8AC3E}">
        <p14:creationId xmlns:p14="http://schemas.microsoft.com/office/powerpoint/2010/main" val="1056556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61DC38-E4E8-4B85-336D-9E619447E8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3776E2D-CF71-6439-819E-934A975507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654703-50F1-842D-CB1D-5BB3187F04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D9F6D2D2-166E-4259-128F-1ECD44340B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58DF0B-13B5-449C-6A01-7821BC6D9A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166000-FD29-46C0-B65D-5C43D216176F}" type="slidenum">
              <a:rPr lang="en-US" smtClean="0"/>
              <a:t>‹#›</a:t>
            </a:fld>
            <a:endParaRPr lang="en-US"/>
          </a:p>
        </p:txBody>
      </p:sp>
    </p:spTree>
    <p:extLst>
      <p:ext uri="{BB962C8B-B14F-4D97-AF65-F5344CB8AC3E}">
        <p14:creationId xmlns:p14="http://schemas.microsoft.com/office/powerpoint/2010/main" val="37890570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86" r:id="rId4"/>
    <p:sldLayoutId id="2147483660" r:id="rId5"/>
    <p:sldLayoutId id="2147483652" r:id="rId6"/>
    <p:sldLayoutId id="2147483651"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ECFE00-888C-10CD-E611-60FDFBBDE2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50C21F2-9B47-B9F9-02E0-E1C690310A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AE452D-8C8D-1B03-2ACC-8AA6AD88BA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3E589EFE-BC3A-68BC-8F40-375CD968B0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3C719E3-0429-9E66-9092-44CF7360C9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0AD3246-D1AD-4C49-B5D4-D37513EBEDB2}" type="slidenum">
              <a:rPr lang="en-US" smtClean="0"/>
              <a:t>‹#›</a:t>
            </a:fld>
            <a:endParaRPr lang="en-US"/>
          </a:p>
        </p:txBody>
      </p:sp>
    </p:spTree>
    <p:extLst>
      <p:ext uri="{BB962C8B-B14F-4D97-AF65-F5344CB8AC3E}">
        <p14:creationId xmlns:p14="http://schemas.microsoft.com/office/powerpoint/2010/main" val="429248896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076FF7-93B1-A59E-8692-928C4792A4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C4AEAC-5994-469C-2A0E-8E9A5B8198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DEF79F-C253-2617-CA36-CFB589D426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AE9D66A9-AA15-9D3A-3511-234037588C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669F748-9B08-4780-BEE0-EDC0997979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EF91E0-8F06-40F5-A321-50FBE1BBF313}" type="slidenum">
              <a:rPr lang="en-US" smtClean="0"/>
              <a:t>‹#›</a:t>
            </a:fld>
            <a:endParaRPr lang="en-US"/>
          </a:p>
        </p:txBody>
      </p:sp>
    </p:spTree>
    <p:extLst>
      <p:ext uri="{BB962C8B-B14F-4D97-AF65-F5344CB8AC3E}">
        <p14:creationId xmlns:p14="http://schemas.microsoft.com/office/powerpoint/2010/main" val="227363305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54900-45C6-8C6C-D5B1-B814856B58A5}"/>
              </a:ext>
            </a:extLst>
          </p:cNvPr>
          <p:cNvSpPr>
            <a:spLocks noGrp="1"/>
          </p:cNvSpPr>
          <p:nvPr>
            <p:ph type="ctrTitle"/>
          </p:nvPr>
        </p:nvSpPr>
        <p:spPr/>
        <p:txBody>
          <a:bodyPr/>
          <a:lstStyle/>
          <a:p>
            <a:r>
              <a:rPr lang="vi-VN" dirty="0"/>
              <a:t>BỐ CỤC MỘT BÀI THUYẾT TRÌNH</a:t>
            </a:r>
            <a:endParaRPr lang="en-US" dirty="0"/>
          </a:p>
        </p:txBody>
      </p:sp>
      <p:sp>
        <p:nvSpPr>
          <p:cNvPr id="3" name="Subtitle 2">
            <a:extLst>
              <a:ext uri="{FF2B5EF4-FFF2-40B4-BE49-F238E27FC236}">
                <a16:creationId xmlns:a16="http://schemas.microsoft.com/office/drawing/2014/main" id="{29146115-1C5E-AFD5-E47F-A4564AAB4298}"/>
              </a:ext>
            </a:extLst>
          </p:cNvPr>
          <p:cNvSpPr>
            <a:spLocks noGrp="1"/>
          </p:cNvSpPr>
          <p:nvPr>
            <p:ph type="subTitle" idx="1"/>
          </p:nvPr>
        </p:nvSpPr>
        <p:spPr/>
        <p:txBody>
          <a:bodyPr/>
          <a:lstStyle/>
          <a:p>
            <a:r>
              <a:rPr lang="vi-VN" dirty="0"/>
              <a:t>ThS. Họ và Tên</a:t>
            </a:r>
            <a:endParaRPr lang="en-US" dirty="0"/>
          </a:p>
        </p:txBody>
      </p:sp>
      <p:sp>
        <p:nvSpPr>
          <p:cNvPr id="5" name="TextBox 4">
            <a:extLst>
              <a:ext uri="{FF2B5EF4-FFF2-40B4-BE49-F238E27FC236}">
                <a16:creationId xmlns:a16="http://schemas.microsoft.com/office/drawing/2014/main" id="{73D9E641-812B-636D-E009-EBD734278F1A}"/>
              </a:ext>
            </a:extLst>
          </p:cNvPr>
          <p:cNvSpPr txBox="1"/>
          <p:nvPr/>
        </p:nvSpPr>
        <p:spPr>
          <a:xfrm>
            <a:off x="6096000" y="5735637"/>
            <a:ext cx="5447071" cy="461665"/>
          </a:xfrm>
          <a:prstGeom prst="rect">
            <a:avLst/>
          </a:prstGeom>
          <a:noFill/>
        </p:spPr>
        <p:txBody>
          <a:bodyPr wrap="square" rtlCol="0">
            <a:spAutoFit/>
          </a:bodyPr>
          <a:lstStyle/>
          <a:p>
            <a:r>
              <a:rPr lang="vi-VN" sz="2400" b="1" dirty="0">
                <a:latin typeface="Times New Roman" panose="02020603050405020304" pitchFamily="18" charset="0"/>
                <a:cs typeface="Times New Roman" panose="02020603050405020304" pitchFamily="18" charset="0"/>
              </a:rPr>
              <a:t>Trích từ Tủ sách Khoa học VLOS</a:t>
            </a:r>
            <a:endParaRPr lang="en-US" sz="2400" b="1"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434F6F33-8863-18FB-EEB7-BF4D59625BA5}"/>
              </a:ext>
            </a:extLst>
          </p:cNvPr>
          <p:cNvSpPr>
            <a:spLocks noGrp="1"/>
          </p:cNvSpPr>
          <p:nvPr>
            <p:ph type="sldNum" sz="quarter" idx="12"/>
          </p:nvPr>
        </p:nvSpPr>
        <p:spPr/>
        <p:txBody>
          <a:bodyPr/>
          <a:lstStyle/>
          <a:p>
            <a:fld id="{F9166000-FD29-46C0-B65D-5C43D216176F}" type="slidenum">
              <a:rPr lang="en-US" sz="2000" smtClean="0"/>
              <a:t>1</a:t>
            </a:fld>
            <a:endParaRPr lang="en-US" sz="2000" dirty="0"/>
          </a:p>
        </p:txBody>
      </p:sp>
    </p:spTree>
    <p:extLst>
      <p:ext uri="{BB962C8B-B14F-4D97-AF65-F5344CB8AC3E}">
        <p14:creationId xmlns:p14="http://schemas.microsoft.com/office/powerpoint/2010/main" val="168490382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48A56-27F0-4AAB-ECC7-38773B7B0FBB}"/>
              </a:ext>
            </a:extLst>
          </p:cNvPr>
          <p:cNvSpPr>
            <a:spLocks noGrp="1"/>
          </p:cNvSpPr>
          <p:nvPr>
            <p:ph type="title"/>
          </p:nvPr>
        </p:nvSpPr>
        <p:spPr/>
        <p:txBody>
          <a:bodyPr/>
          <a:lstStyle/>
          <a:p>
            <a:r>
              <a:rPr lang="vi-VN" dirty="0"/>
              <a:t>Giới thiệu</a:t>
            </a:r>
            <a:endParaRPr lang="en-US" dirty="0"/>
          </a:p>
        </p:txBody>
      </p:sp>
      <p:sp>
        <p:nvSpPr>
          <p:cNvPr id="3" name="Content Placeholder 2">
            <a:extLst>
              <a:ext uri="{FF2B5EF4-FFF2-40B4-BE49-F238E27FC236}">
                <a16:creationId xmlns:a16="http://schemas.microsoft.com/office/drawing/2014/main" id="{CEAD7843-7827-9A35-75A9-245647369E68}"/>
              </a:ext>
            </a:extLst>
          </p:cNvPr>
          <p:cNvSpPr>
            <a:spLocks noGrp="1"/>
          </p:cNvSpPr>
          <p:nvPr>
            <p:ph idx="1"/>
          </p:nvPr>
        </p:nvSpPr>
        <p:spPr/>
        <p:txBody>
          <a:bodyPr/>
          <a:lstStyle/>
          <a:p>
            <a:r>
              <a:rPr lang="vi-VN" dirty="0"/>
              <a:t>Phần mở đầu</a:t>
            </a:r>
          </a:p>
          <a:p>
            <a:pPr lvl="1"/>
            <a:r>
              <a:rPr lang="vi-VN" dirty="0"/>
              <a:t>Cần đạt được mục đích</a:t>
            </a:r>
          </a:p>
          <a:p>
            <a:r>
              <a:rPr lang="vi-VN" dirty="0"/>
              <a:t>Phần chính</a:t>
            </a:r>
          </a:p>
          <a:p>
            <a:pPr lvl="1"/>
            <a:r>
              <a:rPr lang="vi-VN" dirty="0"/>
              <a:t>Đưa ra giải pháp, ý kiến</a:t>
            </a:r>
          </a:p>
          <a:p>
            <a:r>
              <a:rPr lang="vi-VN" dirty="0"/>
              <a:t>Phần kết</a:t>
            </a:r>
          </a:p>
          <a:p>
            <a:pPr lvl="1"/>
            <a:r>
              <a:rPr lang="vi-VN" dirty="0"/>
              <a:t>Tóm tắt các nội dung đã được trình </a:t>
            </a:r>
          </a:p>
          <a:p>
            <a:pPr marL="0" indent="0">
              <a:buNone/>
            </a:pPr>
            <a:endParaRPr lang="en-US" dirty="0"/>
          </a:p>
        </p:txBody>
      </p:sp>
      <p:sp>
        <p:nvSpPr>
          <p:cNvPr id="5" name="Slide Number Placeholder 4">
            <a:extLst>
              <a:ext uri="{FF2B5EF4-FFF2-40B4-BE49-F238E27FC236}">
                <a16:creationId xmlns:a16="http://schemas.microsoft.com/office/drawing/2014/main" id="{95BF1EDE-CFFB-3430-5A90-09EF13111506}"/>
              </a:ext>
            </a:extLst>
          </p:cNvPr>
          <p:cNvSpPr>
            <a:spLocks noGrp="1"/>
          </p:cNvSpPr>
          <p:nvPr>
            <p:ph type="sldNum" sz="quarter" idx="12"/>
          </p:nvPr>
        </p:nvSpPr>
        <p:spPr/>
        <p:txBody>
          <a:bodyPr/>
          <a:lstStyle/>
          <a:p>
            <a:fld id="{F9166000-FD29-46C0-B65D-5C43D216176F}" type="slidenum">
              <a:rPr lang="en-US" sz="2000" smtClean="0"/>
              <a:t>2</a:t>
            </a:fld>
            <a:endParaRPr lang="en-US" sz="2000" dirty="0"/>
          </a:p>
        </p:txBody>
      </p:sp>
    </p:spTree>
    <p:extLst>
      <p:ext uri="{BB962C8B-B14F-4D97-AF65-F5344CB8AC3E}">
        <p14:creationId xmlns:p14="http://schemas.microsoft.com/office/powerpoint/2010/main" val="23638859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A98D0-806E-E841-DA80-A08A0FD14F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15B82C-281B-BACE-C3FD-D2B2B72239B3}"/>
              </a:ext>
            </a:extLst>
          </p:cNvPr>
          <p:cNvSpPr>
            <a:spLocks noGrp="1"/>
          </p:cNvSpPr>
          <p:nvPr>
            <p:ph type="title"/>
          </p:nvPr>
        </p:nvSpPr>
        <p:spPr/>
        <p:txBody>
          <a:bodyPr/>
          <a:lstStyle/>
          <a:p>
            <a:r>
              <a:rPr lang="vi-VN" dirty="0"/>
              <a:t>Phần mở đầu</a:t>
            </a:r>
            <a:endParaRPr lang="en-US" dirty="0"/>
          </a:p>
        </p:txBody>
      </p:sp>
      <p:sp>
        <p:nvSpPr>
          <p:cNvPr id="3" name="Content Placeholder 2">
            <a:extLst>
              <a:ext uri="{FF2B5EF4-FFF2-40B4-BE49-F238E27FC236}">
                <a16:creationId xmlns:a16="http://schemas.microsoft.com/office/drawing/2014/main" id="{284E352B-E929-2145-1E02-EEC04BD12D8B}"/>
              </a:ext>
            </a:extLst>
          </p:cNvPr>
          <p:cNvSpPr>
            <a:spLocks noGrp="1"/>
          </p:cNvSpPr>
          <p:nvPr>
            <p:ph idx="1"/>
          </p:nvPr>
        </p:nvSpPr>
        <p:spPr/>
        <p:txBody>
          <a:bodyPr/>
          <a:lstStyle/>
          <a:p>
            <a:r>
              <a:rPr lang="vi-VN" dirty="0"/>
              <a:t>Thu hút sự chú ý của người nghe</a:t>
            </a:r>
          </a:p>
          <a:p>
            <a:pPr lvl="1"/>
            <a:r>
              <a:rPr lang="vi-VN" dirty="0">
                <a:hlinkClick r:id="rId2" action="ppaction://hlinksldjump"/>
              </a:rPr>
              <a:t>Sử dụng một đoạn trích dẫn</a:t>
            </a:r>
            <a:endParaRPr lang="vi-VN" dirty="0"/>
          </a:p>
          <a:p>
            <a:pPr lvl="1"/>
            <a:r>
              <a:rPr lang="vi-VN" dirty="0"/>
              <a:t>Một câu hỏi</a:t>
            </a:r>
          </a:p>
          <a:p>
            <a:pPr lvl="1"/>
            <a:r>
              <a:rPr lang="vi-VN" dirty="0"/>
              <a:t>Một lời hứa</a:t>
            </a:r>
          </a:p>
          <a:p>
            <a:pPr lvl="1"/>
            <a:r>
              <a:rPr lang="vi-VN" dirty="0"/>
              <a:t>Thậm chí làm mọi người phải hoạt động</a:t>
            </a:r>
          </a:p>
          <a:p>
            <a:r>
              <a:rPr lang="vi-VN" dirty="0"/>
              <a:t>Tóm lược các nội dung liên quan</a:t>
            </a:r>
          </a:p>
          <a:p>
            <a:pPr lvl="1"/>
            <a:r>
              <a:rPr lang="vi-VN" dirty="0"/>
              <a:t>Đã được trình bày</a:t>
            </a:r>
          </a:p>
          <a:p>
            <a:pPr lvl="1"/>
            <a:r>
              <a:rPr lang="vi-VN" dirty="0"/>
              <a:t>Được đa số người nghe biết rõ</a:t>
            </a:r>
            <a:endParaRPr lang="en-US" dirty="0"/>
          </a:p>
        </p:txBody>
      </p:sp>
      <p:sp>
        <p:nvSpPr>
          <p:cNvPr id="6" name="Slide Number Placeholder 5">
            <a:extLst>
              <a:ext uri="{FF2B5EF4-FFF2-40B4-BE49-F238E27FC236}">
                <a16:creationId xmlns:a16="http://schemas.microsoft.com/office/drawing/2014/main" id="{E4EB4C59-C44C-44EE-8D11-8C981C14993C}"/>
              </a:ext>
            </a:extLst>
          </p:cNvPr>
          <p:cNvSpPr>
            <a:spLocks noGrp="1"/>
          </p:cNvSpPr>
          <p:nvPr>
            <p:ph type="sldNum" sz="quarter" idx="12"/>
          </p:nvPr>
        </p:nvSpPr>
        <p:spPr/>
        <p:txBody>
          <a:bodyPr/>
          <a:lstStyle/>
          <a:p>
            <a:fld id="{F9166000-FD29-46C0-B65D-5C43D216176F}" type="slidenum">
              <a:rPr lang="en-US" sz="2000" smtClean="0"/>
              <a:t>3</a:t>
            </a:fld>
            <a:endParaRPr lang="en-US" sz="2000" dirty="0"/>
          </a:p>
        </p:txBody>
      </p:sp>
    </p:spTree>
    <p:extLst>
      <p:ext uri="{BB962C8B-B14F-4D97-AF65-F5344CB8AC3E}">
        <p14:creationId xmlns:p14="http://schemas.microsoft.com/office/powerpoint/2010/main" val="2706729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1F87A-D5ED-BD4A-D40C-4A91616762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A3DA18-6622-6AFD-6A86-5DEAFCD0AD8C}"/>
              </a:ext>
            </a:extLst>
          </p:cNvPr>
          <p:cNvSpPr>
            <a:spLocks noGrp="1"/>
          </p:cNvSpPr>
          <p:nvPr>
            <p:ph type="title"/>
          </p:nvPr>
        </p:nvSpPr>
        <p:spPr/>
        <p:txBody>
          <a:bodyPr/>
          <a:lstStyle/>
          <a:p>
            <a:r>
              <a:rPr lang="vi-VN" dirty="0"/>
              <a:t>Phần chính</a:t>
            </a:r>
            <a:endParaRPr lang="en-US" dirty="0"/>
          </a:p>
        </p:txBody>
      </p:sp>
      <p:sp>
        <p:nvSpPr>
          <p:cNvPr id="3" name="Content Placeholder 2">
            <a:extLst>
              <a:ext uri="{FF2B5EF4-FFF2-40B4-BE49-F238E27FC236}">
                <a16:creationId xmlns:a16="http://schemas.microsoft.com/office/drawing/2014/main" id="{57DFDAF8-1E3D-BAFE-8162-C73767591D1F}"/>
              </a:ext>
            </a:extLst>
          </p:cNvPr>
          <p:cNvSpPr>
            <a:spLocks noGrp="1"/>
          </p:cNvSpPr>
          <p:nvPr>
            <p:ph idx="1"/>
          </p:nvPr>
        </p:nvSpPr>
        <p:spPr/>
        <p:txBody>
          <a:bodyPr/>
          <a:lstStyle/>
          <a:p>
            <a:r>
              <a:rPr lang="vi-VN" dirty="0"/>
              <a:t>Phần chính với các nội dung</a:t>
            </a:r>
          </a:p>
          <a:p>
            <a:pPr lvl="1"/>
            <a:r>
              <a:rPr lang="vi-VN" dirty="0"/>
              <a:t>Vấn đề cần giải quyết, yêu cầu công việc</a:t>
            </a:r>
          </a:p>
          <a:p>
            <a:pPr lvl="1"/>
            <a:r>
              <a:rPr lang="vi-VN" dirty="0"/>
              <a:t>Ý tưởng và giải pháp</a:t>
            </a:r>
          </a:p>
          <a:p>
            <a:pPr lvl="1"/>
            <a:r>
              <a:rPr lang="vi-VN" dirty="0">
                <a:hlinkClick r:id="rId2" action="ppaction://hlinksldjump"/>
              </a:rPr>
              <a:t>Cung cấp ví dụ để chứng minh</a:t>
            </a:r>
            <a:endParaRPr lang="vi-VN" dirty="0"/>
          </a:p>
          <a:p>
            <a:pPr lvl="1"/>
            <a:r>
              <a:rPr lang="vi-VN" dirty="0"/>
              <a:t>Lợi ích khi áp dụng giải pháp</a:t>
            </a:r>
          </a:p>
          <a:p>
            <a:pPr lvl="1"/>
            <a:r>
              <a:rPr lang="vi-VN" dirty="0"/>
              <a:t>Chương trình hành động/các việc làm cụ thể</a:t>
            </a:r>
            <a:endParaRPr lang="en-US" dirty="0"/>
          </a:p>
        </p:txBody>
      </p:sp>
      <p:sp>
        <p:nvSpPr>
          <p:cNvPr id="4" name="Slide Number Placeholder 3">
            <a:extLst>
              <a:ext uri="{FF2B5EF4-FFF2-40B4-BE49-F238E27FC236}">
                <a16:creationId xmlns:a16="http://schemas.microsoft.com/office/drawing/2014/main" id="{3FEA7A7F-7AC0-E0C3-D6A6-B6AD093AAD2A}"/>
              </a:ext>
            </a:extLst>
          </p:cNvPr>
          <p:cNvSpPr>
            <a:spLocks noGrp="1"/>
          </p:cNvSpPr>
          <p:nvPr>
            <p:ph type="sldNum" sz="quarter" idx="12"/>
          </p:nvPr>
        </p:nvSpPr>
        <p:spPr/>
        <p:txBody>
          <a:bodyPr/>
          <a:lstStyle/>
          <a:p>
            <a:fld id="{F9166000-FD29-46C0-B65D-5C43D216176F}" type="slidenum">
              <a:rPr lang="en-US" sz="2000" smtClean="0"/>
              <a:t>4</a:t>
            </a:fld>
            <a:endParaRPr lang="en-US" sz="2000" dirty="0"/>
          </a:p>
        </p:txBody>
      </p:sp>
    </p:spTree>
    <p:extLst>
      <p:ext uri="{BB962C8B-B14F-4D97-AF65-F5344CB8AC3E}">
        <p14:creationId xmlns:p14="http://schemas.microsoft.com/office/powerpoint/2010/main" val="17946459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64624-7717-BB3B-757F-F3D8B1A93C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C89E69-357A-7A3E-D56A-07198AF8B202}"/>
              </a:ext>
            </a:extLst>
          </p:cNvPr>
          <p:cNvSpPr>
            <a:spLocks noGrp="1"/>
          </p:cNvSpPr>
          <p:nvPr>
            <p:ph type="title"/>
          </p:nvPr>
        </p:nvSpPr>
        <p:spPr/>
        <p:txBody>
          <a:bodyPr/>
          <a:lstStyle/>
          <a:p>
            <a:r>
              <a:rPr lang="vi-VN" dirty="0"/>
              <a:t>Phần kết</a:t>
            </a:r>
            <a:endParaRPr lang="en-US" dirty="0"/>
          </a:p>
        </p:txBody>
      </p:sp>
      <p:sp>
        <p:nvSpPr>
          <p:cNvPr id="3" name="Content Placeholder 2">
            <a:extLst>
              <a:ext uri="{FF2B5EF4-FFF2-40B4-BE49-F238E27FC236}">
                <a16:creationId xmlns:a16="http://schemas.microsoft.com/office/drawing/2014/main" id="{5609307E-2AAE-AE52-01F2-C1BA52B2391B}"/>
              </a:ext>
            </a:extLst>
          </p:cNvPr>
          <p:cNvSpPr>
            <a:spLocks noGrp="1"/>
          </p:cNvSpPr>
          <p:nvPr>
            <p:ph idx="1"/>
          </p:nvPr>
        </p:nvSpPr>
        <p:spPr/>
        <p:txBody>
          <a:bodyPr/>
          <a:lstStyle/>
          <a:p>
            <a:r>
              <a:rPr lang="vi-VN" dirty="0"/>
              <a:t>Tóm tắt</a:t>
            </a:r>
          </a:p>
          <a:p>
            <a:r>
              <a:rPr lang="vi-VN" dirty="0"/>
              <a:t>Kết luận cuối cùng</a:t>
            </a:r>
          </a:p>
          <a:p>
            <a:pPr lvl="1"/>
            <a:r>
              <a:rPr lang="vi-VN" dirty="0"/>
              <a:t>Liệu còn điều gì bạn muốn người nghe ghi nhớ?</a:t>
            </a:r>
            <a:endParaRPr lang="en-US" dirty="0"/>
          </a:p>
        </p:txBody>
      </p:sp>
      <p:sp>
        <p:nvSpPr>
          <p:cNvPr id="4" name="Slide Number Placeholder 3">
            <a:extLst>
              <a:ext uri="{FF2B5EF4-FFF2-40B4-BE49-F238E27FC236}">
                <a16:creationId xmlns:a16="http://schemas.microsoft.com/office/drawing/2014/main" id="{15DDF7FB-D4C0-BD8D-F27C-994B47749463}"/>
              </a:ext>
            </a:extLst>
          </p:cNvPr>
          <p:cNvSpPr>
            <a:spLocks noGrp="1"/>
          </p:cNvSpPr>
          <p:nvPr>
            <p:ph type="sldNum" sz="quarter" idx="12"/>
          </p:nvPr>
        </p:nvSpPr>
        <p:spPr/>
        <p:txBody>
          <a:bodyPr/>
          <a:lstStyle/>
          <a:p>
            <a:fld id="{F9166000-FD29-46C0-B65D-5C43D216176F}" type="slidenum">
              <a:rPr lang="en-US" sz="2000" smtClean="0"/>
              <a:t>5</a:t>
            </a:fld>
            <a:endParaRPr lang="en-US" sz="2000" dirty="0"/>
          </a:p>
        </p:txBody>
      </p:sp>
    </p:spTree>
    <p:extLst>
      <p:ext uri="{BB962C8B-B14F-4D97-AF65-F5344CB8AC3E}">
        <p14:creationId xmlns:p14="http://schemas.microsoft.com/office/powerpoint/2010/main" val="34657291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A67BF-4652-A846-59A3-573D96F3A3F4}"/>
              </a:ext>
            </a:extLst>
          </p:cNvPr>
          <p:cNvSpPr>
            <a:spLocks noGrp="1"/>
          </p:cNvSpPr>
          <p:nvPr>
            <p:ph type="title"/>
          </p:nvPr>
        </p:nvSpPr>
        <p:spPr/>
        <p:txBody>
          <a:bodyPr/>
          <a:lstStyle/>
          <a:p>
            <a:r>
              <a:rPr lang="vi-VN" dirty="0"/>
              <a:t>Cám ơn sự chú ý của quý vị</a:t>
            </a:r>
            <a:endParaRPr lang="en-US" dirty="0"/>
          </a:p>
        </p:txBody>
      </p:sp>
      <p:sp>
        <p:nvSpPr>
          <p:cNvPr id="3" name="Slide Number Placeholder 2">
            <a:extLst>
              <a:ext uri="{FF2B5EF4-FFF2-40B4-BE49-F238E27FC236}">
                <a16:creationId xmlns:a16="http://schemas.microsoft.com/office/drawing/2014/main" id="{2301FCFE-458E-3109-1270-F3399C8FFB44}"/>
              </a:ext>
            </a:extLst>
          </p:cNvPr>
          <p:cNvSpPr>
            <a:spLocks noGrp="1"/>
          </p:cNvSpPr>
          <p:nvPr>
            <p:ph type="sldNum" sz="quarter" idx="12"/>
          </p:nvPr>
        </p:nvSpPr>
        <p:spPr/>
        <p:txBody>
          <a:bodyPr/>
          <a:lstStyle/>
          <a:p>
            <a:fld id="{F9166000-FD29-46C0-B65D-5C43D216176F}" type="slidenum">
              <a:rPr lang="en-US" smtClean="0"/>
              <a:pPr/>
              <a:t>6</a:t>
            </a:fld>
            <a:endParaRPr lang="en-US" sz="2000" dirty="0"/>
          </a:p>
        </p:txBody>
      </p:sp>
    </p:spTree>
    <p:extLst>
      <p:ext uri="{BB962C8B-B14F-4D97-AF65-F5344CB8AC3E}">
        <p14:creationId xmlns:p14="http://schemas.microsoft.com/office/powerpoint/2010/main" val="1526449404"/>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89BD2-9FA2-C67C-1260-AE56B752F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D53BC9-9685-4191-2F35-6A43861996C2}"/>
              </a:ext>
            </a:extLst>
          </p:cNvPr>
          <p:cNvSpPr>
            <a:spLocks noGrp="1"/>
          </p:cNvSpPr>
          <p:nvPr>
            <p:ph type="title"/>
          </p:nvPr>
        </p:nvSpPr>
        <p:spPr>
          <a:xfrm>
            <a:off x="727586" y="365125"/>
            <a:ext cx="10884311" cy="1325563"/>
          </a:xfrm>
        </p:spPr>
        <p:txBody>
          <a:bodyPr/>
          <a:lstStyle/>
          <a:p>
            <a:r>
              <a:rPr lang="vi-VN" dirty="0"/>
              <a:t>Ví dụ: sử dụng một đoạn trích dẫn khi giới  thiệu</a:t>
            </a:r>
            <a:endParaRPr lang="en-US" dirty="0"/>
          </a:p>
        </p:txBody>
      </p:sp>
      <p:sp>
        <p:nvSpPr>
          <p:cNvPr id="3" name="Content Placeholder 2">
            <a:extLst>
              <a:ext uri="{FF2B5EF4-FFF2-40B4-BE49-F238E27FC236}">
                <a16:creationId xmlns:a16="http://schemas.microsoft.com/office/drawing/2014/main" id="{6BA9DE9C-FEBD-5244-D9FA-EE0EDD52C88F}"/>
              </a:ext>
            </a:extLst>
          </p:cNvPr>
          <p:cNvSpPr>
            <a:spLocks noGrp="1"/>
          </p:cNvSpPr>
          <p:nvPr>
            <p:ph idx="1"/>
          </p:nvPr>
        </p:nvSpPr>
        <p:spPr>
          <a:xfrm>
            <a:off x="963949" y="1847850"/>
            <a:ext cx="10264102" cy="4351338"/>
          </a:xfrm>
        </p:spPr>
        <p:txBody>
          <a:bodyPr/>
          <a:lstStyle/>
          <a:p>
            <a:r>
              <a:rPr lang="vi-VN" dirty="0"/>
              <a:t>Ví dụ: Ta có thể phát biểu trính dẫn lợi ích khi học ngành công nghệ thông tin</a:t>
            </a:r>
          </a:p>
          <a:p>
            <a:pPr marL="0" indent="0">
              <a:buNone/>
            </a:pPr>
            <a:r>
              <a:rPr lang="vi-VN" dirty="0"/>
              <a:t>	“Hằng năm, công nghệ mới luôn được phát triển và thể hiện tầm quan trọng của nó đối với cuộc sống. Các doanh nghiệp cũng thay đổi theo hướng cập nhật công nghệ thông tin và yêu cầu sự thay đổi về nhân sự giỏi công nghệ. Ngành học CNTT được coi là lĩnh vực ngày một phát triển và trở nên hữu ích cho các bạn muốn xây dựng sự nghiệp với ngành này. Vậy những lợi ích khi học ngành CNTT là gì?”</a:t>
            </a:r>
            <a:endParaRPr lang="en-US" dirty="0"/>
          </a:p>
        </p:txBody>
      </p:sp>
      <p:sp>
        <p:nvSpPr>
          <p:cNvPr id="4" name="Slide Number Placeholder 3">
            <a:extLst>
              <a:ext uri="{FF2B5EF4-FFF2-40B4-BE49-F238E27FC236}">
                <a16:creationId xmlns:a16="http://schemas.microsoft.com/office/drawing/2014/main" id="{7B8BA43D-0862-06D2-EF71-BA51F5DCF3D5}"/>
              </a:ext>
            </a:extLst>
          </p:cNvPr>
          <p:cNvSpPr>
            <a:spLocks noGrp="1"/>
          </p:cNvSpPr>
          <p:nvPr>
            <p:ph type="sldNum" sz="quarter" idx="12"/>
          </p:nvPr>
        </p:nvSpPr>
        <p:spPr/>
        <p:txBody>
          <a:bodyPr/>
          <a:lstStyle/>
          <a:p>
            <a:fld id="{F9166000-FD29-46C0-B65D-5C43D216176F}" type="slidenum">
              <a:rPr lang="en-US" smtClean="0"/>
              <a:t>7</a:t>
            </a:fld>
            <a:endParaRPr lang="en-US" dirty="0"/>
          </a:p>
        </p:txBody>
      </p:sp>
      <p:sp>
        <p:nvSpPr>
          <p:cNvPr id="7" name="Action Button: Return 6">
            <a:hlinkClick r:id="rId2" action="ppaction://hlinksldjump" highlightClick="1"/>
            <a:extLst>
              <a:ext uri="{FF2B5EF4-FFF2-40B4-BE49-F238E27FC236}">
                <a16:creationId xmlns:a16="http://schemas.microsoft.com/office/drawing/2014/main" id="{449927F0-C924-9559-4ECD-394C3E92E1E1}"/>
              </a:ext>
            </a:extLst>
          </p:cNvPr>
          <p:cNvSpPr/>
          <p:nvPr/>
        </p:nvSpPr>
        <p:spPr>
          <a:xfrm>
            <a:off x="5230761" y="5968181"/>
            <a:ext cx="983226" cy="658761"/>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116947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4E148-114D-2428-5C16-4274607C1C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A74D88-41BD-00DA-AD93-91EE28033044}"/>
              </a:ext>
            </a:extLst>
          </p:cNvPr>
          <p:cNvSpPr>
            <a:spLocks noGrp="1"/>
          </p:cNvSpPr>
          <p:nvPr>
            <p:ph type="title"/>
          </p:nvPr>
        </p:nvSpPr>
        <p:spPr/>
        <p:txBody>
          <a:bodyPr/>
          <a:lstStyle/>
          <a:p>
            <a:r>
              <a:rPr lang="vi-VN" dirty="0"/>
              <a:t>Ví dụ minh chứng một vấn đề</a:t>
            </a:r>
            <a:endParaRPr lang="en-US" dirty="0"/>
          </a:p>
        </p:txBody>
      </p:sp>
      <p:sp>
        <p:nvSpPr>
          <p:cNvPr id="3" name="Content Placeholder 2">
            <a:extLst>
              <a:ext uri="{FF2B5EF4-FFF2-40B4-BE49-F238E27FC236}">
                <a16:creationId xmlns:a16="http://schemas.microsoft.com/office/drawing/2014/main" id="{C73C9E40-07AF-9711-632D-E355514B8E77}"/>
              </a:ext>
            </a:extLst>
          </p:cNvPr>
          <p:cNvSpPr>
            <a:spLocks noGrp="1"/>
          </p:cNvSpPr>
          <p:nvPr>
            <p:ph idx="1"/>
          </p:nvPr>
        </p:nvSpPr>
        <p:spPr/>
        <p:txBody>
          <a:bodyPr/>
          <a:lstStyle/>
          <a:p>
            <a:r>
              <a:rPr lang="vi-VN" dirty="0"/>
              <a:t>Bảng thống kê kết quả tuyển sinh 2020</a:t>
            </a:r>
            <a:endParaRPr lang="en-US" dirty="0"/>
          </a:p>
        </p:txBody>
      </p:sp>
      <p:sp>
        <p:nvSpPr>
          <p:cNvPr id="4" name="Slide Number Placeholder 3">
            <a:extLst>
              <a:ext uri="{FF2B5EF4-FFF2-40B4-BE49-F238E27FC236}">
                <a16:creationId xmlns:a16="http://schemas.microsoft.com/office/drawing/2014/main" id="{779FF13D-252C-D11C-2D88-49F375C289EC}"/>
              </a:ext>
            </a:extLst>
          </p:cNvPr>
          <p:cNvSpPr>
            <a:spLocks noGrp="1"/>
          </p:cNvSpPr>
          <p:nvPr>
            <p:ph type="sldNum" sz="quarter" idx="12"/>
          </p:nvPr>
        </p:nvSpPr>
        <p:spPr/>
        <p:txBody>
          <a:bodyPr/>
          <a:lstStyle/>
          <a:p>
            <a:fld id="{F9166000-FD29-46C0-B65D-5C43D216176F}" type="slidenum">
              <a:rPr lang="en-US" smtClean="0"/>
              <a:t>8</a:t>
            </a:fld>
            <a:endParaRPr lang="en-US"/>
          </a:p>
        </p:txBody>
      </p:sp>
      <p:sp>
        <p:nvSpPr>
          <p:cNvPr id="5" name="Action Button: Return 4">
            <a:hlinkClick r:id="rId2" action="ppaction://hlinksldjump" highlightClick="1"/>
            <a:extLst>
              <a:ext uri="{FF2B5EF4-FFF2-40B4-BE49-F238E27FC236}">
                <a16:creationId xmlns:a16="http://schemas.microsoft.com/office/drawing/2014/main" id="{3BC5FABD-7A49-F5AC-4AB3-57FD1CE05020}"/>
              </a:ext>
            </a:extLst>
          </p:cNvPr>
          <p:cNvSpPr/>
          <p:nvPr/>
        </p:nvSpPr>
        <p:spPr>
          <a:xfrm>
            <a:off x="8610600" y="1277963"/>
            <a:ext cx="1062789" cy="825449"/>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a:extLst>
              <a:ext uri="{FF2B5EF4-FFF2-40B4-BE49-F238E27FC236}">
                <a16:creationId xmlns:a16="http://schemas.microsoft.com/office/drawing/2014/main" id="{2F9CCE8E-1ED3-89E8-D793-6AC566F5C2D7}"/>
              </a:ext>
            </a:extLst>
          </p:cNvPr>
          <p:cNvGraphicFramePr>
            <a:graphicFrameLocks noGrp="1"/>
          </p:cNvGraphicFramePr>
          <p:nvPr>
            <p:extLst>
              <p:ext uri="{D42A27DB-BD31-4B8C-83A1-F6EECF244321}">
                <p14:modId xmlns:p14="http://schemas.microsoft.com/office/powerpoint/2010/main" val="3471326540"/>
              </p:ext>
            </p:extLst>
          </p:nvPr>
        </p:nvGraphicFramePr>
        <p:xfrm>
          <a:off x="1267326" y="2432301"/>
          <a:ext cx="9657348" cy="3744662"/>
        </p:xfrm>
        <a:graphic>
          <a:graphicData uri="http://schemas.openxmlformats.org/drawingml/2006/table">
            <a:tbl>
              <a:tblPr firstRow="1" bandRow="1">
                <a:tableStyleId>{5940675A-B579-460E-94D1-54222C63F5DA}</a:tableStyleId>
              </a:tblPr>
              <a:tblGrid>
                <a:gridCol w="6921293">
                  <a:extLst>
                    <a:ext uri="{9D8B030D-6E8A-4147-A177-3AD203B41FA5}">
                      <a16:colId xmlns:a16="http://schemas.microsoft.com/office/drawing/2014/main" val="1596511231"/>
                    </a:ext>
                  </a:extLst>
                </a:gridCol>
                <a:gridCol w="2736055">
                  <a:extLst>
                    <a:ext uri="{9D8B030D-6E8A-4147-A177-3AD203B41FA5}">
                      <a16:colId xmlns:a16="http://schemas.microsoft.com/office/drawing/2014/main" val="447680912"/>
                    </a:ext>
                  </a:extLst>
                </a:gridCol>
              </a:tblGrid>
              <a:tr h="371101">
                <a:tc>
                  <a:txBody>
                    <a:bodyPr/>
                    <a:lstStyle/>
                    <a:p>
                      <a:r>
                        <a:rPr lang="vi-VN" b="1" dirty="0"/>
                        <a:t>Tên ngành/chuyên ngành</a:t>
                      </a:r>
                      <a:endParaRPr lang="en-US" b="1" dirty="0"/>
                    </a:p>
                  </a:txBody>
                  <a:tcPr>
                    <a:solidFill>
                      <a:schemeClr val="bg1"/>
                    </a:solidFill>
                  </a:tcPr>
                </a:tc>
                <a:tc>
                  <a:txBody>
                    <a:bodyPr/>
                    <a:lstStyle/>
                    <a:p>
                      <a:r>
                        <a:rPr lang="vi-VN" b="1" dirty="0"/>
                        <a:t>Số lượng tuyển sinh</a:t>
                      </a:r>
                    </a:p>
                  </a:txBody>
                  <a:tcPr>
                    <a:solidFill>
                      <a:schemeClr val="bg1"/>
                    </a:solidFill>
                  </a:tcPr>
                </a:tc>
                <a:extLst>
                  <a:ext uri="{0D108BD9-81ED-4DB2-BD59-A6C34878D82A}">
                    <a16:rowId xmlns:a16="http://schemas.microsoft.com/office/drawing/2014/main" val="156129780"/>
                  </a:ext>
                </a:extLst>
              </a:tr>
              <a:tr h="371101">
                <a:tc>
                  <a:txBody>
                    <a:bodyPr/>
                    <a:lstStyle/>
                    <a:p>
                      <a:r>
                        <a:rPr lang="vi-VN" b="1" dirty="0"/>
                        <a:t>Công nghệ thông tin</a:t>
                      </a:r>
                      <a:endParaRPr lang="en-US" b="1" dirty="0"/>
                    </a:p>
                  </a:txBody>
                  <a:tcPr>
                    <a:solidFill>
                      <a:schemeClr val="bg1"/>
                    </a:solidFill>
                  </a:tcPr>
                </a:tc>
                <a:tc>
                  <a:txBody>
                    <a:bodyPr/>
                    <a:lstStyle/>
                    <a:p>
                      <a:pPr algn="r"/>
                      <a:r>
                        <a:rPr lang="vi-VN" b="1" dirty="0"/>
                        <a:t>272</a:t>
                      </a:r>
                      <a:endParaRPr lang="en-US" b="1" dirty="0"/>
                    </a:p>
                  </a:txBody>
                  <a:tcPr>
                    <a:solidFill>
                      <a:schemeClr val="bg1"/>
                    </a:solidFill>
                  </a:tcPr>
                </a:tc>
                <a:extLst>
                  <a:ext uri="{0D108BD9-81ED-4DB2-BD59-A6C34878D82A}">
                    <a16:rowId xmlns:a16="http://schemas.microsoft.com/office/drawing/2014/main" val="3401890252"/>
                  </a:ext>
                </a:extLst>
              </a:tr>
              <a:tr h="3711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a:t>Công nghệ thông tin - CLC</a:t>
                      </a:r>
                      <a:endParaRPr lang="en-US" b="1" dirty="0"/>
                    </a:p>
                  </a:txBody>
                  <a:tcPr>
                    <a:solidFill>
                      <a:schemeClr val="bg1"/>
                    </a:solidFill>
                  </a:tcPr>
                </a:tc>
                <a:tc>
                  <a:txBody>
                    <a:bodyPr/>
                    <a:lstStyle/>
                    <a:p>
                      <a:pPr algn="r"/>
                      <a:r>
                        <a:rPr lang="vi-VN" b="1" dirty="0"/>
                        <a:t>144</a:t>
                      </a:r>
                      <a:endParaRPr lang="en-US" b="1" dirty="0"/>
                    </a:p>
                  </a:txBody>
                  <a:tcPr>
                    <a:solidFill>
                      <a:schemeClr val="bg1"/>
                    </a:solidFill>
                  </a:tcPr>
                </a:tc>
                <a:extLst>
                  <a:ext uri="{0D108BD9-81ED-4DB2-BD59-A6C34878D82A}">
                    <a16:rowId xmlns:a16="http://schemas.microsoft.com/office/drawing/2014/main" val="1072594238"/>
                  </a:ext>
                </a:extLst>
              </a:tr>
              <a:tr h="3711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a:t>Công nghệ thông tin - HA</a:t>
                      </a:r>
                      <a:endParaRPr lang="en-US" b="1" dirty="0"/>
                    </a:p>
                  </a:txBody>
                  <a:tcPr>
                    <a:solidFill>
                      <a:schemeClr val="bg1"/>
                    </a:solidFill>
                  </a:tcPr>
                </a:tc>
                <a:tc>
                  <a:txBody>
                    <a:bodyPr/>
                    <a:lstStyle/>
                    <a:p>
                      <a:pPr algn="r"/>
                      <a:r>
                        <a:rPr lang="vi-VN" b="1" dirty="0"/>
                        <a:t>75</a:t>
                      </a:r>
                      <a:endParaRPr lang="en-US" b="1" dirty="0"/>
                    </a:p>
                  </a:txBody>
                  <a:tcPr>
                    <a:solidFill>
                      <a:schemeClr val="bg1"/>
                    </a:solidFill>
                  </a:tcPr>
                </a:tc>
                <a:extLst>
                  <a:ext uri="{0D108BD9-81ED-4DB2-BD59-A6C34878D82A}">
                    <a16:rowId xmlns:a16="http://schemas.microsoft.com/office/drawing/2014/main" val="1480019542"/>
                  </a:ext>
                </a:extLst>
              </a:tr>
              <a:tr h="404753">
                <a:tc>
                  <a:txBody>
                    <a:bodyPr/>
                    <a:lstStyle/>
                    <a:p>
                      <a:r>
                        <a:rPr lang="vi-VN" b="1" dirty="0"/>
                        <a:t>Mạng máy tính và truyền thông dữ liệu</a:t>
                      </a:r>
                      <a:endParaRPr lang="en-US" b="1" dirty="0"/>
                    </a:p>
                  </a:txBody>
                  <a:tcPr>
                    <a:solidFill>
                      <a:schemeClr val="bg1"/>
                    </a:solidFill>
                  </a:tcPr>
                </a:tc>
                <a:tc>
                  <a:txBody>
                    <a:bodyPr/>
                    <a:lstStyle/>
                    <a:p>
                      <a:pPr algn="r"/>
                      <a:r>
                        <a:rPr lang="vi-VN" b="1" dirty="0"/>
                        <a:t>149</a:t>
                      </a:r>
                      <a:endParaRPr lang="en-US" b="1" dirty="0"/>
                    </a:p>
                  </a:txBody>
                  <a:tcPr>
                    <a:solidFill>
                      <a:schemeClr val="bg1"/>
                    </a:solidFill>
                  </a:tcPr>
                </a:tc>
                <a:extLst>
                  <a:ext uri="{0D108BD9-81ED-4DB2-BD59-A6C34878D82A}">
                    <a16:rowId xmlns:a16="http://schemas.microsoft.com/office/drawing/2014/main" val="3150569197"/>
                  </a:ext>
                </a:extLst>
              </a:tr>
              <a:tr h="371101">
                <a:tc>
                  <a:txBody>
                    <a:bodyPr/>
                    <a:lstStyle/>
                    <a:p>
                      <a:r>
                        <a:rPr lang="vi-VN" b="1" dirty="0"/>
                        <a:t>Kỹ thuật phần mềm</a:t>
                      </a:r>
                      <a:endParaRPr lang="en-US" b="1" dirty="0"/>
                    </a:p>
                  </a:txBody>
                  <a:tcPr>
                    <a:solidFill>
                      <a:schemeClr val="bg1"/>
                    </a:solidFill>
                  </a:tcPr>
                </a:tc>
                <a:tc>
                  <a:txBody>
                    <a:bodyPr/>
                    <a:lstStyle/>
                    <a:p>
                      <a:pPr algn="r"/>
                      <a:r>
                        <a:rPr lang="vi-VN" b="1" dirty="0"/>
                        <a:t>266</a:t>
                      </a:r>
                      <a:endParaRPr lang="en-US" b="1" dirty="0"/>
                    </a:p>
                  </a:txBody>
                  <a:tcPr>
                    <a:solidFill>
                      <a:schemeClr val="bg1"/>
                    </a:solidFill>
                  </a:tcPr>
                </a:tc>
                <a:extLst>
                  <a:ext uri="{0D108BD9-81ED-4DB2-BD59-A6C34878D82A}">
                    <a16:rowId xmlns:a16="http://schemas.microsoft.com/office/drawing/2014/main" val="2110178660"/>
                  </a:ext>
                </a:extLst>
              </a:tr>
              <a:tr h="371101">
                <a:tc>
                  <a:txBody>
                    <a:bodyPr/>
                    <a:lstStyle/>
                    <a:p>
                      <a:r>
                        <a:rPr lang="vi-VN" b="1" dirty="0"/>
                        <a:t>Hệ thống thông tin</a:t>
                      </a:r>
                      <a:endParaRPr lang="en-US" b="1" dirty="0"/>
                    </a:p>
                  </a:txBody>
                  <a:tcPr>
                    <a:solidFill>
                      <a:schemeClr val="bg1"/>
                    </a:solidFill>
                  </a:tcPr>
                </a:tc>
                <a:tc>
                  <a:txBody>
                    <a:bodyPr/>
                    <a:lstStyle/>
                    <a:p>
                      <a:pPr algn="r"/>
                      <a:r>
                        <a:rPr lang="vi-VN" b="1" dirty="0"/>
                        <a:t>135</a:t>
                      </a:r>
                      <a:endParaRPr lang="en-US" b="1" dirty="0"/>
                    </a:p>
                  </a:txBody>
                  <a:tcPr>
                    <a:solidFill>
                      <a:schemeClr val="bg1"/>
                    </a:solidFill>
                  </a:tcPr>
                </a:tc>
                <a:extLst>
                  <a:ext uri="{0D108BD9-81ED-4DB2-BD59-A6C34878D82A}">
                    <a16:rowId xmlns:a16="http://schemas.microsoft.com/office/drawing/2014/main" val="320637197"/>
                  </a:ext>
                </a:extLst>
              </a:tr>
              <a:tr h="371101">
                <a:tc>
                  <a:txBody>
                    <a:bodyPr/>
                    <a:lstStyle/>
                    <a:p>
                      <a:r>
                        <a:rPr lang="vi-VN" b="1" dirty="0"/>
                        <a:t>Khoa học máy tính</a:t>
                      </a:r>
                      <a:endParaRPr lang="en-US" b="1" dirty="0"/>
                    </a:p>
                  </a:txBody>
                  <a:tcPr>
                    <a:solidFill>
                      <a:schemeClr val="bg1"/>
                    </a:solidFill>
                  </a:tcPr>
                </a:tc>
                <a:tc>
                  <a:txBody>
                    <a:bodyPr/>
                    <a:lstStyle/>
                    <a:p>
                      <a:pPr algn="r"/>
                      <a:r>
                        <a:rPr lang="vi-VN" b="1" dirty="0"/>
                        <a:t>178</a:t>
                      </a:r>
                      <a:endParaRPr lang="en-US" b="1" dirty="0"/>
                    </a:p>
                  </a:txBody>
                  <a:tcPr>
                    <a:solidFill>
                      <a:schemeClr val="bg1"/>
                    </a:solidFill>
                  </a:tcPr>
                </a:tc>
                <a:extLst>
                  <a:ext uri="{0D108BD9-81ED-4DB2-BD59-A6C34878D82A}">
                    <a16:rowId xmlns:a16="http://schemas.microsoft.com/office/drawing/2014/main" val="309799080"/>
                  </a:ext>
                </a:extLst>
              </a:tr>
              <a:tr h="371101">
                <a:tc>
                  <a:txBody>
                    <a:bodyPr/>
                    <a:lstStyle/>
                    <a:p>
                      <a:r>
                        <a:rPr lang="vi-VN" b="1" dirty="0"/>
                        <a:t>Tin học ứng dụng</a:t>
                      </a:r>
                      <a:endParaRPr lang="en-US" b="1" dirty="0"/>
                    </a:p>
                  </a:txBody>
                  <a:tcPr>
                    <a:solidFill>
                      <a:schemeClr val="bg1"/>
                    </a:solidFill>
                  </a:tcPr>
                </a:tc>
                <a:tc>
                  <a:txBody>
                    <a:bodyPr/>
                    <a:lstStyle/>
                    <a:p>
                      <a:pPr algn="r"/>
                      <a:r>
                        <a:rPr lang="vi-VN" b="1" dirty="0"/>
                        <a:t>32</a:t>
                      </a:r>
                      <a:endParaRPr lang="en-US" b="1" dirty="0"/>
                    </a:p>
                  </a:txBody>
                  <a:tcPr>
                    <a:solidFill>
                      <a:schemeClr val="bg1"/>
                    </a:solidFill>
                  </a:tcPr>
                </a:tc>
                <a:extLst>
                  <a:ext uri="{0D108BD9-81ED-4DB2-BD59-A6C34878D82A}">
                    <a16:rowId xmlns:a16="http://schemas.microsoft.com/office/drawing/2014/main" val="2306472272"/>
                  </a:ext>
                </a:extLst>
              </a:tr>
              <a:tr h="371101">
                <a:tc>
                  <a:txBody>
                    <a:bodyPr/>
                    <a:lstStyle/>
                    <a:p>
                      <a:r>
                        <a:rPr lang="vi-VN" b="1" dirty="0"/>
                        <a:t>Tổng</a:t>
                      </a:r>
                      <a:endParaRPr lang="en-US" b="1" dirty="0"/>
                    </a:p>
                  </a:txBody>
                  <a:tcPr>
                    <a:solidFill>
                      <a:schemeClr val="bg1"/>
                    </a:solidFill>
                  </a:tcPr>
                </a:tc>
                <a:tc>
                  <a:txBody>
                    <a:bodyPr/>
                    <a:lstStyle/>
                    <a:p>
                      <a:pPr algn="r"/>
                      <a:r>
                        <a:rPr lang="vi-VN" b="1" dirty="0"/>
                        <a:t>1251</a:t>
                      </a:r>
                      <a:endParaRPr lang="en-US" b="1" dirty="0"/>
                    </a:p>
                  </a:txBody>
                  <a:tcPr>
                    <a:solidFill>
                      <a:schemeClr val="bg1"/>
                    </a:solidFill>
                  </a:tcPr>
                </a:tc>
                <a:extLst>
                  <a:ext uri="{0D108BD9-81ED-4DB2-BD59-A6C34878D82A}">
                    <a16:rowId xmlns:a16="http://schemas.microsoft.com/office/drawing/2014/main" val="3775967156"/>
                  </a:ext>
                </a:extLst>
              </a:tr>
            </a:tbl>
          </a:graphicData>
        </a:graphic>
      </p:graphicFrame>
    </p:spTree>
    <p:extLst>
      <p:ext uri="{BB962C8B-B14F-4D97-AF65-F5344CB8AC3E}">
        <p14:creationId xmlns:p14="http://schemas.microsoft.com/office/powerpoint/2010/main" val="29599659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0ba707ab-2a23-47cc-a1fd-b7efe1c8efa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4556196BDA0074585AA5D2DF7FFBED3" ma:contentTypeVersion="5" ma:contentTypeDescription="Create a new document." ma:contentTypeScope="" ma:versionID="e1a3650c930a26eff41f664ab357c107">
  <xsd:schema xmlns:xsd="http://www.w3.org/2001/XMLSchema" xmlns:xs="http://www.w3.org/2001/XMLSchema" xmlns:p="http://schemas.microsoft.com/office/2006/metadata/properties" xmlns:ns3="0ba707ab-2a23-47cc-a1fd-b7efe1c8efae" targetNamespace="http://schemas.microsoft.com/office/2006/metadata/properties" ma:root="true" ma:fieldsID="d193f272e62b5f99d94fc47488d7fb88" ns3:_="">
    <xsd:import namespace="0ba707ab-2a23-47cc-a1fd-b7efe1c8efae"/>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a707ab-2a23-47cc-a1fd-b7efe1c8efa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2AC9414-1B24-4710-A41B-F1CB0E709D5B}">
  <ds:schemaRefs>
    <ds:schemaRef ds:uri="http://www.w3.org/XML/1998/namespace"/>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purl.org/dc/dcmitype/"/>
    <ds:schemaRef ds:uri="http://schemas.openxmlformats.org/package/2006/metadata/core-properties"/>
    <ds:schemaRef ds:uri="http://purl.org/dc/terms/"/>
    <ds:schemaRef ds:uri="0ba707ab-2a23-47cc-a1fd-b7efe1c8efae"/>
  </ds:schemaRefs>
</ds:datastoreItem>
</file>

<file path=customXml/itemProps2.xml><?xml version="1.0" encoding="utf-8"?>
<ds:datastoreItem xmlns:ds="http://schemas.openxmlformats.org/officeDocument/2006/customXml" ds:itemID="{E22315B8-756E-4672-A762-6C8068C30695}">
  <ds:schemaRefs>
    <ds:schemaRef ds:uri="http://schemas.microsoft.com/sharepoint/v3/contenttype/forms"/>
  </ds:schemaRefs>
</ds:datastoreItem>
</file>

<file path=customXml/itemProps3.xml><?xml version="1.0" encoding="utf-8"?>
<ds:datastoreItem xmlns:ds="http://schemas.openxmlformats.org/officeDocument/2006/customXml" ds:itemID="{FDAA687F-D6E6-4457-8F51-AB6694C432D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ba707ab-2a23-47cc-a1fd-b7efe1c8ef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170</TotalTime>
  <Words>375</Words>
  <Application>Microsoft Office PowerPoint</Application>
  <PresentationFormat>Widescreen</PresentationFormat>
  <Paragraphs>64</Paragraphs>
  <Slides>8</Slides>
  <Notes>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8</vt:i4>
      </vt:variant>
    </vt:vector>
  </HeadingPairs>
  <TitlesOfParts>
    <vt:vector size="16" baseType="lpstr">
      <vt:lpstr>Aptos</vt:lpstr>
      <vt:lpstr>Aptos Display</vt:lpstr>
      <vt:lpstr>Arial</vt:lpstr>
      <vt:lpstr>Times New Roman</vt:lpstr>
      <vt:lpstr>Wingdings</vt:lpstr>
      <vt:lpstr>Office Theme</vt:lpstr>
      <vt:lpstr>1_Custom Design</vt:lpstr>
      <vt:lpstr>Custom Design</vt:lpstr>
      <vt:lpstr>BỐ CỤC MỘT BÀI THUYẾT TRÌNH</vt:lpstr>
      <vt:lpstr>Giới thiệu</vt:lpstr>
      <vt:lpstr>Phần mở đầu</vt:lpstr>
      <vt:lpstr>Phần chính</vt:lpstr>
      <vt:lpstr>Phần kết</vt:lpstr>
      <vt:lpstr>Cám ơn sự chú ý của quý vị</vt:lpstr>
      <vt:lpstr>Ví dụ: sử dụng một đoạn trích dẫn khi giới  thiệu</vt:lpstr>
      <vt:lpstr>Ví dụ minh chứng một vấn đề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Vo Ngoc Xuan Tho - B2511721</dc:creator>
  <cp:lastModifiedBy>Vo Ngoc Xuan Tho - B2511721</cp:lastModifiedBy>
  <cp:revision>4</cp:revision>
  <dcterms:created xsi:type="dcterms:W3CDTF">2026-02-04T11:26:38Z</dcterms:created>
  <dcterms:modified xsi:type="dcterms:W3CDTF">2026-02-04T16:01:45Z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0x010100D4556196BDA0074585AA5D2DF7FFBED3</vt:lpwstr>
  </property>
</Properties>
</file>